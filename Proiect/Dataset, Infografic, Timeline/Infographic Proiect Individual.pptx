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Fira Sans Extra Condensed" panose="020F0502020204030204" pitchFamily="34" charset="0"/>
      <p:regular r:id="rId5"/>
      <p:bold r:id="rId6"/>
      <p:italic r:id="rId7"/>
      <p:boldItalic r:id="rId8"/>
    </p:embeddedFont>
    <p:embeddedFont>
      <p:font typeface="Fira Sans Extra Condensed Medium" panose="020B0503050000020004" pitchFamily="34" charset="0"/>
      <p:regular r:id="rId9"/>
      <p:bold r:id="rId10"/>
      <p:italic r:id="rId11"/>
      <p:boldItalic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2"/>
  </p:normalViewPr>
  <p:slideViewPr>
    <p:cSldViewPr snapToGrid="0" snapToObjects="1">
      <p:cViewPr varScale="1">
        <p:scale>
          <a:sx n="142" d="100"/>
          <a:sy n="142" d="100"/>
        </p:scale>
        <p:origin x="7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77ae687167_0_1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77ae687167_0_1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565d7c64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565d7c64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Infographic Venituri Totale 2.09-30.09 </a:t>
            </a:r>
            <a:r>
              <a:rPr lang="en" sz="1400"/>
              <a:t>2021</a:t>
            </a:r>
            <a:endParaRPr sz="1400"/>
          </a:p>
        </p:txBody>
      </p:sp>
      <p:grpSp>
        <p:nvGrpSpPr>
          <p:cNvPr id="56" name="Google Shape;56;p15"/>
          <p:cNvGrpSpPr/>
          <p:nvPr/>
        </p:nvGrpSpPr>
        <p:grpSpPr>
          <a:xfrm>
            <a:off x="409750" y="1061025"/>
            <a:ext cx="2650788" cy="1829538"/>
            <a:chOff x="-290062" y="1203363"/>
            <a:chExt cx="2650788" cy="1829538"/>
          </a:xfrm>
        </p:grpSpPr>
        <p:sp>
          <p:nvSpPr>
            <p:cNvPr id="57" name="Google Shape;57;p15"/>
            <p:cNvSpPr/>
            <p:nvPr/>
          </p:nvSpPr>
          <p:spPr>
            <a:xfrm>
              <a:off x="1912750" y="1382375"/>
              <a:ext cx="230100" cy="1119800"/>
            </a:xfrm>
            <a:custGeom>
              <a:avLst/>
              <a:gdLst/>
              <a:ahLst/>
              <a:cxnLst/>
              <a:rect l="l" t="t" r="r" b="b"/>
              <a:pathLst>
                <a:path w="9204" h="44792" extrusionOk="0">
                  <a:moveTo>
                    <a:pt x="0" y="1"/>
                  </a:moveTo>
                  <a:lnTo>
                    <a:pt x="0" y="33291"/>
                  </a:lnTo>
                  <a:cubicBezTo>
                    <a:pt x="0" y="38244"/>
                    <a:pt x="2810" y="42649"/>
                    <a:pt x="7096" y="44792"/>
                  </a:cubicBezTo>
                  <a:lnTo>
                    <a:pt x="9204" y="44792"/>
                  </a:lnTo>
                  <a:lnTo>
                    <a:pt x="9204" y="43328"/>
                  </a:lnTo>
                  <a:cubicBezTo>
                    <a:pt x="5025" y="41804"/>
                    <a:pt x="2179" y="37827"/>
                    <a:pt x="2179" y="33291"/>
                  </a:cubicBezTo>
                  <a:lnTo>
                    <a:pt x="2179" y="1"/>
                  </a:ln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1192125" y="2443825"/>
              <a:ext cx="1134375" cy="589075"/>
            </a:xfrm>
            <a:custGeom>
              <a:avLst/>
              <a:gdLst/>
              <a:ahLst/>
              <a:cxnLst/>
              <a:rect l="l" t="t" r="r" b="b"/>
              <a:pathLst>
                <a:path w="45375" h="23563" extrusionOk="0">
                  <a:moveTo>
                    <a:pt x="0" y="0"/>
                  </a:moveTo>
                  <a:lnTo>
                    <a:pt x="0" y="23563"/>
                  </a:lnTo>
                  <a:lnTo>
                    <a:pt x="33599" y="23563"/>
                  </a:lnTo>
                  <a:cubicBezTo>
                    <a:pt x="40100" y="23563"/>
                    <a:pt x="45375" y="18288"/>
                    <a:pt x="45375" y="11788"/>
                  </a:cubicBezTo>
                  <a:cubicBezTo>
                    <a:pt x="45375" y="5275"/>
                    <a:pt x="40100" y="0"/>
                    <a:pt x="33599" y="0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2.09.2021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2140450" y="1450250"/>
              <a:ext cx="150050" cy="150050"/>
            </a:xfrm>
            <a:custGeom>
              <a:avLst/>
              <a:gdLst/>
              <a:ahLst/>
              <a:cxnLst/>
              <a:rect l="l" t="t" r="r" b="b"/>
              <a:pathLst>
                <a:path w="6002" h="6002" extrusionOk="0">
                  <a:moveTo>
                    <a:pt x="3001" y="536"/>
                  </a:moveTo>
                  <a:cubicBezTo>
                    <a:pt x="4358" y="536"/>
                    <a:pt x="5465" y="1643"/>
                    <a:pt x="5465" y="3001"/>
                  </a:cubicBezTo>
                  <a:cubicBezTo>
                    <a:pt x="5465" y="4370"/>
                    <a:pt x="4358" y="5465"/>
                    <a:pt x="3001" y="5465"/>
                  </a:cubicBezTo>
                  <a:cubicBezTo>
                    <a:pt x="1643" y="5465"/>
                    <a:pt x="536" y="4370"/>
                    <a:pt x="536" y="3001"/>
                  </a:cubicBezTo>
                  <a:cubicBezTo>
                    <a:pt x="536" y="1643"/>
                    <a:pt x="1643" y="536"/>
                    <a:pt x="3001" y="536"/>
                  </a:cubicBezTo>
                  <a:close/>
                  <a:moveTo>
                    <a:pt x="3001" y="0"/>
                  </a:moveTo>
                  <a:cubicBezTo>
                    <a:pt x="1346" y="0"/>
                    <a:pt x="0" y="1346"/>
                    <a:pt x="0" y="3001"/>
                  </a:cubicBezTo>
                  <a:cubicBezTo>
                    <a:pt x="0" y="4656"/>
                    <a:pt x="1346" y="6001"/>
                    <a:pt x="3001" y="6001"/>
                  </a:cubicBezTo>
                  <a:cubicBezTo>
                    <a:pt x="4656" y="6001"/>
                    <a:pt x="6001" y="4656"/>
                    <a:pt x="6001" y="3001"/>
                  </a:cubicBezTo>
                  <a:cubicBezTo>
                    <a:pt x="6001" y="1346"/>
                    <a:pt x="4656" y="0"/>
                    <a:pt x="300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2070200" y="1382375"/>
              <a:ext cx="290525" cy="286075"/>
            </a:xfrm>
            <a:custGeom>
              <a:avLst/>
              <a:gdLst/>
              <a:ahLst/>
              <a:cxnLst/>
              <a:rect l="l" t="t" r="r" b="b"/>
              <a:pathLst>
                <a:path w="11621" h="11443" extrusionOk="0">
                  <a:moveTo>
                    <a:pt x="7085" y="596"/>
                  </a:moveTo>
                  <a:cubicBezTo>
                    <a:pt x="7335" y="656"/>
                    <a:pt x="7573" y="739"/>
                    <a:pt x="7799" y="834"/>
                  </a:cubicBezTo>
                  <a:lnTo>
                    <a:pt x="7799" y="929"/>
                  </a:lnTo>
                  <a:cubicBezTo>
                    <a:pt x="7751" y="1846"/>
                    <a:pt x="7728" y="2418"/>
                    <a:pt x="8049" y="2644"/>
                  </a:cubicBezTo>
                  <a:cubicBezTo>
                    <a:pt x="8144" y="2715"/>
                    <a:pt x="8263" y="2751"/>
                    <a:pt x="8406" y="2751"/>
                  </a:cubicBezTo>
                  <a:cubicBezTo>
                    <a:pt x="8752" y="2751"/>
                    <a:pt x="9252" y="2549"/>
                    <a:pt x="9776" y="2346"/>
                  </a:cubicBezTo>
                  <a:lnTo>
                    <a:pt x="9847" y="2322"/>
                  </a:lnTo>
                  <a:cubicBezTo>
                    <a:pt x="10014" y="2513"/>
                    <a:pt x="10157" y="2715"/>
                    <a:pt x="10287" y="2930"/>
                  </a:cubicBezTo>
                  <a:lnTo>
                    <a:pt x="10252" y="2977"/>
                  </a:lnTo>
                  <a:cubicBezTo>
                    <a:pt x="9668" y="3692"/>
                    <a:pt x="9311" y="4156"/>
                    <a:pt x="9430" y="4549"/>
                  </a:cubicBezTo>
                  <a:cubicBezTo>
                    <a:pt x="9549" y="4918"/>
                    <a:pt x="10097" y="5073"/>
                    <a:pt x="10978" y="5299"/>
                  </a:cubicBezTo>
                  <a:lnTo>
                    <a:pt x="11073" y="5335"/>
                  </a:lnTo>
                  <a:cubicBezTo>
                    <a:pt x="11085" y="5454"/>
                    <a:pt x="11097" y="5585"/>
                    <a:pt x="11097" y="5716"/>
                  </a:cubicBezTo>
                  <a:cubicBezTo>
                    <a:pt x="11097" y="5859"/>
                    <a:pt x="11085" y="5978"/>
                    <a:pt x="11073" y="6109"/>
                  </a:cubicBezTo>
                  <a:lnTo>
                    <a:pt x="10954" y="6144"/>
                  </a:lnTo>
                  <a:cubicBezTo>
                    <a:pt x="10085" y="6371"/>
                    <a:pt x="9549" y="6525"/>
                    <a:pt x="9430" y="6894"/>
                  </a:cubicBezTo>
                  <a:cubicBezTo>
                    <a:pt x="9311" y="7275"/>
                    <a:pt x="9656" y="7740"/>
                    <a:pt x="10252" y="8466"/>
                  </a:cubicBezTo>
                  <a:lnTo>
                    <a:pt x="10287" y="8514"/>
                  </a:lnTo>
                  <a:cubicBezTo>
                    <a:pt x="10157" y="8716"/>
                    <a:pt x="10014" y="8930"/>
                    <a:pt x="9847" y="9121"/>
                  </a:cubicBezTo>
                  <a:lnTo>
                    <a:pt x="9787" y="9097"/>
                  </a:lnTo>
                  <a:cubicBezTo>
                    <a:pt x="9264" y="8895"/>
                    <a:pt x="8763" y="8692"/>
                    <a:pt x="8406" y="8692"/>
                  </a:cubicBezTo>
                  <a:cubicBezTo>
                    <a:pt x="8263" y="8692"/>
                    <a:pt x="8144" y="8728"/>
                    <a:pt x="8049" y="8799"/>
                  </a:cubicBezTo>
                  <a:cubicBezTo>
                    <a:pt x="7728" y="9026"/>
                    <a:pt x="7751" y="9597"/>
                    <a:pt x="7799" y="10514"/>
                  </a:cubicBezTo>
                  <a:lnTo>
                    <a:pt x="7799" y="10609"/>
                  </a:lnTo>
                  <a:cubicBezTo>
                    <a:pt x="7573" y="10704"/>
                    <a:pt x="7335" y="10776"/>
                    <a:pt x="7085" y="10835"/>
                  </a:cubicBezTo>
                  <a:lnTo>
                    <a:pt x="7073" y="10812"/>
                  </a:lnTo>
                  <a:cubicBezTo>
                    <a:pt x="6561" y="10014"/>
                    <a:pt x="6227" y="9526"/>
                    <a:pt x="5811" y="9526"/>
                  </a:cubicBezTo>
                  <a:cubicBezTo>
                    <a:pt x="5406" y="9526"/>
                    <a:pt x="5073" y="10002"/>
                    <a:pt x="4572" y="10788"/>
                  </a:cubicBezTo>
                  <a:lnTo>
                    <a:pt x="4537" y="10835"/>
                  </a:lnTo>
                  <a:cubicBezTo>
                    <a:pt x="4299" y="10776"/>
                    <a:pt x="4061" y="10704"/>
                    <a:pt x="3822" y="10609"/>
                  </a:cubicBezTo>
                  <a:lnTo>
                    <a:pt x="3822" y="10526"/>
                  </a:lnTo>
                  <a:cubicBezTo>
                    <a:pt x="3882" y="9597"/>
                    <a:pt x="3894" y="9026"/>
                    <a:pt x="3584" y="8799"/>
                  </a:cubicBezTo>
                  <a:cubicBezTo>
                    <a:pt x="3489" y="8728"/>
                    <a:pt x="3370" y="8692"/>
                    <a:pt x="3215" y="8692"/>
                  </a:cubicBezTo>
                  <a:cubicBezTo>
                    <a:pt x="2870" y="8692"/>
                    <a:pt x="2370" y="8883"/>
                    <a:pt x="1846" y="9097"/>
                  </a:cubicBezTo>
                  <a:lnTo>
                    <a:pt x="1786" y="9121"/>
                  </a:lnTo>
                  <a:cubicBezTo>
                    <a:pt x="1620" y="8930"/>
                    <a:pt x="1477" y="8728"/>
                    <a:pt x="1334" y="8514"/>
                  </a:cubicBezTo>
                  <a:lnTo>
                    <a:pt x="1382" y="8454"/>
                  </a:lnTo>
                  <a:cubicBezTo>
                    <a:pt x="1965" y="7740"/>
                    <a:pt x="2322" y="7275"/>
                    <a:pt x="2191" y="6894"/>
                  </a:cubicBezTo>
                  <a:cubicBezTo>
                    <a:pt x="2072" y="6525"/>
                    <a:pt x="1536" y="6371"/>
                    <a:pt x="667" y="6144"/>
                  </a:cubicBezTo>
                  <a:lnTo>
                    <a:pt x="548" y="6109"/>
                  </a:lnTo>
                  <a:cubicBezTo>
                    <a:pt x="536" y="5978"/>
                    <a:pt x="536" y="5847"/>
                    <a:pt x="536" y="5716"/>
                  </a:cubicBezTo>
                  <a:cubicBezTo>
                    <a:pt x="536" y="5585"/>
                    <a:pt x="536" y="5454"/>
                    <a:pt x="548" y="5335"/>
                  </a:cubicBezTo>
                  <a:lnTo>
                    <a:pt x="655" y="5299"/>
                  </a:lnTo>
                  <a:cubicBezTo>
                    <a:pt x="1536" y="5073"/>
                    <a:pt x="2072" y="4918"/>
                    <a:pt x="2203" y="4537"/>
                  </a:cubicBezTo>
                  <a:cubicBezTo>
                    <a:pt x="2322" y="4156"/>
                    <a:pt x="1965" y="3704"/>
                    <a:pt x="1370" y="2977"/>
                  </a:cubicBezTo>
                  <a:lnTo>
                    <a:pt x="1334" y="2930"/>
                  </a:lnTo>
                  <a:cubicBezTo>
                    <a:pt x="1465" y="2715"/>
                    <a:pt x="1620" y="2513"/>
                    <a:pt x="1786" y="2322"/>
                  </a:cubicBezTo>
                  <a:lnTo>
                    <a:pt x="1858" y="2346"/>
                  </a:lnTo>
                  <a:cubicBezTo>
                    <a:pt x="2382" y="2549"/>
                    <a:pt x="2870" y="2751"/>
                    <a:pt x="3215" y="2751"/>
                  </a:cubicBezTo>
                  <a:cubicBezTo>
                    <a:pt x="3370" y="2751"/>
                    <a:pt x="3489" y="2715"/>
                    <a:pt x="3584" y="2644"/>
                  </a:cubicBezTo>
                  <a:cubicBezTo>
                    <a:pt x="3894" y="2418"/>
                    <a:pt x="3882" y="1834"/>
                    <a:pt x="3822" y="918"/>
                  </a:cubicBezTo>
                  <a:lnTo>
                    <a:pt x="3822" y="834"/>
                  </a:lnTo>
                  <a:cubicBezTo>
                    <a:pt x="4049" y="739"/>
                    <a:pt x="4287" y="656"/>
                    <a:pt x="4537" y="596"/>
                  </a:cubicBezTo>
                  <a:lnTo>
                    <a:pt x="4561" y="632"/>
                  </a:lnTo>
                  <a:cubicBezTo>
                    <a:pt x="5073" y="1429"/>
                    <a:pt x="5406" y="1918"/>
                    <a:pt x="5811" y="1918"/>
                  </a:cubicBezTo>
                  <a:cubicBezTo>
                    <a:pt x="6227" y="1918"/>
                    <a:pt x="6561" y="1418"/>
                    <a:pt x="7085" y="608"/>
                  </a:cubicBezTo>
                  <a:lnTo>
                    <a:pt x="7085" y="596"/>
                  </a:lnTo>
                  <a:close/>
                  <a:moveTo>
                    <a:pt x="4787" y="1"/>
                  </a:moveTo>
                  <a:lnTo>
                    <a:pt x="4608" y="36"/>
                  </a:lnTo>
                  <a:cubicBezTo>
                    <a:pt x="4203" y="120"/>
                    <a:pt x="3810" y="251"/>
                    <a:pt x="3441" y="417"/>
                  </a:cubicBezTo>
                  <a:lnTo>
                    <a:pt x="3275" y="501"/>
                  </a:lnTo>
                  <a:lnTo>
                    <a:pt x="3299" y="941"/>
                  </a:lnTo>
                  <a:cubicBezTo>
                    <a:pt x="3322" y="1370"/>
                    <a:pt x="3358" y="2084"/>
                    <a:pt x="3275" y="2203"/>
                  </a:cubicBezTo>
                  <a:cubicBezTo>
                    <a:pt x="3275" y="2203"/>
                    <a:pt x="3263" y="2215"/>
                    <a:pt x="3215" y="2215"/>
                  </a:cubicBezTo>
                  <a:cubicBezTo>
                    <a:pt x="2977" y="2215"/>
                    <a:pt x="2477" y="2025"/>
                    <a:pt x="2048" y="1846"/>
                  </a:cubicBezTo>
                  <a:lnTo>
                    <a:pt x="1632" y="1691"/>
                  </a:lnTo>
                  <a:lnTo>
                    <a:pt x="1501" y="1822"/>
                  </a:lnTo>
                  <a:cubicBezTo>
                    <a:pt x="1227" y="2144"/>
                    <a:pt x="977" y="2477"/>
                    <a:pt x="786" y="2823"/>
                  </a:cubicBezTo>
                  <a:lnTo>
                    <a:pt x="691" y="2977"/>
                  </a:lnTo>
                  <a:lnTo>
                    <a:pt x="965" y="3311"/>
                  </a:lnTo>
                  <a:cubicBezTo>
                    <a:pt x="1239" y="3656"/>
                    <a:pt x="1703" y="4216"/>
                    <a:pt x="1691" y="4370"/>
                  </a:cubicBezTo>
                  <a:cubicBezTo>
                    <a:pt x="1608" y="4501"/>
                    <a:pt x="929" y="4680"/>
                    <a:pt x="524" y="4787"/>
                  </a:cubicBezTo>
                  <a:lnTo>
                    <a:pt x="60" y="4906"/>
                  </a:lnTo>
                  <a:lnTo>
                    <a:pt x="36" y="5097"/>
                  </a:lnTo>
                  <a:cubicBezTo>
                    <a:pt x="12" y="5299"/>
                    <a:pt x="0" y="5513"/>
                    <a:pt x="0" y="5716"/>
                  </a:cubicBezTo>
                  <a:cubicBezTo>
                    <a:pt x="0" y="5930"/>
                    <a:pt x="12" y="6144"/>
                    <a:pt x="36" y="6347"/>
                  </a:cubicBezTo>
                  <a:lnTo>
                    <a:pt x="60" y="6525"/>
                  </a:lnTo>
                  <a:lnTo>
                    <a:pt x="536" y="6656"/>
                  </a:lnTo>
                  <a:cubicBezTo>
                    <a:pt x="929" y="6763"/>
                    <a:pt x="1608" y="6942"/>
                    <a:pt x="1691" y="7049"/>
                  </a:cubicBezTo>
                  <a:cubicBezTo>
                    <a:pt x="1703" y="7216"/>
                    <a:pt x="1239" y="7787"/>
                    <a:pt x="965" y="8121"/>
                  </a:cubicBezTo>
                  <a:lnTo>
                    <a:pt x="691" y="8466"/>
                  </a:lnTo>
                  <a:lnTo>
                    <a:pt x="786" y="8621"/>
                  </a:lnTo>
                  <a:cubicBezTo>
                    <a:pt x="989" y="8978"/>
                    <a:pt x="1239" y="9311"/>
                    <a:pt x="1513" y="9621"/>
                  </a:cubicBezTo>
                  <a:lnTo>
                    <a:pt x="1632" y="9752"/>
                  </a:lnTo>
                  <a:lnTo>
                    <a:pt x="2036" y="9585"/>
                  </a:lnTo>
                  <a:cubicBezTo>
                    <a:pt x="2477" y="9419"/>
                    <a:pt x="2977" y="9228"/>
                    <a:pt x="3215" y="9228"/>
                  </a:cubicBezTo>
                  <a:lnTo>
                    <a:pt x="3263" y="9228"/>
                  </a:lnTo>
                  <a:cubicBezTo>
                    <a:pt x="3358" y="9383"/>
                    <a:pt x="3322" y="10073"/>
                    <a:pt x="3299" y="10490"/>
                  </a:cubicBezTo>
                  <a:lnTo>
                    <a:pt x="3275" y="10943"/>
                  </a:lnTo>
                  <a:lnTo>
                    <a:pt x="3441" y="11026"/>
                  </a:lnTo>
                  <a:cubicBezTo>
                    <a:pt x="3822" y="11193"/>
                    <a:pt x="4215" y="11324"/>
                    <a:pt x="4608" y="11407"/>
                  </a:cubicBezTo>
                  <a:lnTo>
                    <a:pt x="4787" y="11443"/>
                  </a:lnTo>
                  <a:lnTo>
                    <a:pt x="5025" y="11074"/>
                  </a:lnTo>
                  <a:cubicBezTo>
                    <a:pt x="5251" y="10704"/>
                    <a:pt x="5656" y="10097"/>
                    <a:pt x="5811" y="10050"/>
                  </a:cubicBezTo>
                  <a:cubicBezTo>
                    <a:pt x="5977" y="10097"/>
                    <a:pt x="6394" y="10752"/>
                    <a:pt x="6620" y="11109"/>
                  </a:cubicBezTo>
                  <a:lnTo>
                    <a:pt x="6847" y="11443"/>
                  </a:lnTo>
                  <a:lnTo>
                    <a:pt x="7025" y="11407"/>
                  </a:lnTo>
                  <a:cubicBezTo>
                    <a:pt x="7418" y="11324"/>
                    <a:pt x="7811" y="11193"/>
                    <a:pt x="8192" y="11026"/>
                  </a:cubicBezTo>
                  <a:lnTo>
                    <a:pt x="8359" y="10954"/>
                  </a:lnTo>
                  <a:lnTo>
                    <a:pt x="8335" y="10490"/>
                  </a:lnTo>
                  <a:cubicBezTo>
                    <a:pt x="8311" y="10062"/>
                    <a:pt x="8263" y="9359"/>
                    <a:pt x="8359" y="9228"/>
                  </a:cubicBezTo>
                  <a:lnTo>
                    <a:pt x="8406" y="9228"/>
                  </a:lnTo>
                  <a:cubicBezTo>
                    <a:pt x="8656" y="9228"/>
                    <a:pt x="9156" y="9419"/>
                    <a:pt x="9597" y="9597"/>
                  </a:cubicBezTo>
                  <a:lnTo>
                    <a:pt x="10002" y="9752"/>
                  </a:lnTo>
                  <a:lnTo>
                    <a:pt x="10121" y="9621"/>
                  </a:lnTo>
                  <a:cubicBezTo>
                    <a:pt x="10407" y="9300"/>
                    <a:pt x="10645" y="8966"/>
                    <a:pt x="10847" y="8621"/>
                  </a:cubicBezTo>
                  <a:lnTo>
                    <a:pt x="10942" y="8466"/>
                  </a:lnTo>
                  <a:lnTo>
                    <a:pt x="10668" y="8121"/>
                  </a:lnTo>
                  <a:cubicBezTo>
                    <a:pt x="10383" y="7787"/>
                    <a:pt x="9930" y="7216"/>
                    <a:pt x="9930" y="7073"/>
                  </a:cubicBezTo>
                  <a:cubicBezTo>
                    <a:pt x="10026" y="6942"/>
                    <a:pt x="10692" y="6763"/>
                    <a:pt x="11097" y="6656"/>
                  </a:cubicBezTo>
                  <a:lnTo>
                    <a:pt x="11573" y="6525"/>
                  </a:lnTo>
                  <a:lnTo>
                    <a:pt x="11597" y="6347"/>
                  </a:lnTo>
                  <a:cubicBezTo>
                    <a:pt x="11609" y="6144"/>
                    <a:pt x="11621" y="5942"/>
                    <a:pt x="11621" y="5716"/>
                  </a:cubicBezTo>
                  <a:cubicBezTo>
                    <a:pt x="11621" y="5501"/>
                    <a:pt x="11609" y="5299"/>
                    <a:pt x="11597" y="5097"/>
                  </a:cubicBezTo>
                  <a:lnTo>
                    <a:pt x="11573" y="4906"/>
                  </a:lnTo>
                  <a:lnTo>
                    <a:pt x="11109" y="4787"/>
                  </a:lnTo>
                  <a:cubicBezTo>
                    <a:pt x="10704" y="4680"/>
                    <a:pt x="10026" y="4501"/>
                    <a:pt x="9942" y="4394"/>
                  </a:cubicBezTo>
                  <a:cubicBezTo>
                    <a:pt x="9930" y="4216"/>
                    <a:pt x="10395" y="3644"/>
                    <a:pt x="10668" y="3311"/>
                  </a:cubicBezTo>
                  <a:lnTo>
                    <a:pt x="10942" y="2977"/>
                  </a:lnTo>
                  <a:lnTo>
                    <a:pt x="10847" y="2823"/>
                  </a:lnTo>
                  <a:cubicBezTo>
                    <a:pt x="10645" y="2477"/>
                    <a:pt x="10407" y="2144"/>
                    <a:pt x="10121" y="1822"/>
                  </a:cubicBezTo>
                  <a:lnTo>
                    <a:pt x="10002" y="1691"/>
                  </a:lnTo>
                  <a:lnTo>
                    <a:pt x="9585" y="1846"/>
                  </a:lnTo>
                  <a:cubicBezTo>
                    <a:pt x="9144" y="2025"/>
                    <a:pt x="8656" y="2215"/>
                    <a:pt x="8406" y="2215"/>
                  </a:cubicBezTo>
                  <a:lnTo>
                    <a:pt x="8371" y="2215"/>
                  </a:lnTo>
                  <a:cubicBezTo>
                    <a:pt x="8263" y="2061"/>
                    <a:pt x="8311" y="1370"/>
                    <a:pt x="8335" y="953"/>
                  </a:cubicBezTo>
                  <a:lnTo>
                    <a:pt x="8359" y="489"/>
                  </a:lnTo>
                  <a:lnTo>
                    <a:pt x="8192" y="417"/>
                  </a:lnTo>
                  <a:cubicBezTo>
                    <a:pt x="7811" y="251"/>
                    <a:pt x="7418" y="120"/>
                    <a:pt x="7025" y="36"/>
                  </a:cubicBezTo>
                  <a:lnTo>
                    <a:pt x="6847" y="1"/>
                  </a:lnTo>
                  <a:lnTo>
                    <a:pt x="6632" y="322"/>
                  </a:lnTo>
                  <a:cubicBezTo>
                    <a:pt x="6406" y="679"/>
                    <a:pt x="5977" y="1346"/>
                    <a:pt x="5823" y="1382"/>
                  </a:cubicBezTo>
                  <a:cubicBezTo>
                    <a:pt x="5644" y="1346"/>
                    <a:pt x="5251" y="715"/>
                    <a:pt x="5013" y="346"/>
                  </a:cubicBezTo>
                  <a:lnTo>
                    <a:pt x="4787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 txBox="1"/>
            <p:nvPr/>
          </p:nvSpPr>
          <p:spPr>
            <a:xfrm>
              <a:off x="-290062" y="1550188"/>
              <a:ext cx="2202900" cy="84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Majoritatea melodiilor sunt lansate toamna când studenții, elevi, lumea începe din nou munca 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" name="Google Shape;62;p15"/>
            <p:cNvSpPr txBox="1"/>
            <p:nvPr/>
          </p:nvSpPr>
          <p:spPr>
            <a:xfrm>
              <a:off x="158833" y="1203363"/>
              <a:ext cx="17538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Toamna este sezonul muzicii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3" name="Google Shape;63;p15"/>
          <p:cNvGrpSpPr/>
          <p:nvPr/>
        </p:nvGrpSpPr>
        <p:grpSpPr>
          <a:xfrm>
            <a:off x="3443198" y="1061025"/>
            <a:ext cx="2022415" cy="1829538"/>
            <a:chOff x="2743385" y="1203363"/>
            <a:chExt cx="2022415" cy="1829538"/>
          </a:xfrm>
        </p:grpSpPr>
        <p:sp>
          <p:nvSpPr>
            <p:cNvPr id="64" name="Google Shape;64;p15"/>
            <p:cNvSpPr/>
            <p:nvPr/>
          </p:nvSpPr>
          <p:spPr>
            <a:xfrm>
              <a:off x="4286550" y="1382375"/>
              <a:ext cx="230100" cy="1119800"/>
            </a:xfrm>
            <a:custGeom>
              <a:avLst/>
              <a:gdLst/>
              <a:ahLst/>
              <a:cxnLst/>
              <a:rect l="l" t="t" r="r" b="b"/>
              <a:pathLst>
                <a:path w="9204" h="44792" extrusionOk="0">
                  <a:moveTo>
                    <a:pt x="0" y="1"/>
                  </a:moveTo>
                  <a:lnTo>
                    <a:pt x="0" y="33291"/>
                  </a:lnTo>
                  <a:cubicBezTo>
                    <a:pt x="0" y="38244"/>
                    <a:pt x="2810" y="42649"/>
                    <a:pt x="7097" y="44792"/>
                  </a:cubicBezTo>
                  <a:lnTo>
                    <a:pt x="9204" y="44792"/>
                  </a:lnTo>
                  <a:lnTo>
                    <a:pt x="9204" y="43328"/>
                  </a:lnTo>
                  <a:cubicBezTo>
                    <a:pt x="5025" y="41804"/>
                    <a:pt x="2179" y="37827"/>
                    <a:pt x="2179" y="33291"/>
                  </a:cubicBezTo>
                  <a:lnTo>
                    <a:pt x="217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3460550" y="2443825"/>
              <a:ext cx="1240050" cy="589075"/>
            </a:xfrm>
            <a:custGeom>
              <a:avLst/>
              <a:gdLst/>
              <a:ahLst/>
              <a:cxnLst/>
              <a:rect l="l" t="t" r="r" b="b"/>
              <a:pathLst>
                <a:path w="49602" h="23563" extrusionOk="0">
                  <a:moveTo>
                    <a:pt x="1" y="0"/>
                  </a:moveTo>
                  <a:cubicBezTo>
                    <a:pt x="4620" y="1917"/>
                    <a:pt x="7871" y="6477"/>
                    <a:pt x="7871" y="11788"/>
                  </a:cubicBezTo>
                  <a:cubicBezTo>
                    <a:pt x="7871" y="17098"/>
                    <a:pt x="4620" y="21646"/>
                    <a:pt x="1" y="23563"/>
                  </a:cubicBezTo>
                  <a:lnTo>
                    <a:pt x="37827" y="23563"/>
                  </a:lnTo>
                  <a:cubicBezTo>
                    <a:pt x="44328" y="23563"/>
                    <a:pt x="49602" y="18288"/>
                    <a:pt x="49602" y="11788"/>
                  </a:cubicBezTo>
                  <a:cubicBezTo>
                    <a:pt x="49602" y="5275"/>
                    <a:pt x="44328" y="0"/>
                    <a:pt x="37827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16.09.2021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4460675" y="1496375"/>
              <a:ext cx="89325" cy="171175"/>
            </a:xfrm>
            <a:custGeom>
              <a:avLst/>
              <a:gdLst/>
              <a:ahLst/>
              <a:cxnLst/>
              <a:rect l="l" t="t" r="r" b="b"/>
              <a:pathLst>
                <a:path w="3573" h="6847" extrusionOk="0">
                  <a:moveTo>
                    <a:pt x="2977" y="739"/>
                  </a:moveTo>
                  <a:lnTo>
                    <a:pt x="2977" y="6252"/>
                  </a:lnTo>
                  <a:lnTo>
                    <a:pt x="596" y="6252"/>
                  </a:lnTo>
                  <a:lnTo>
                    <a:pt x="596" y="739"/>
                  </a:lnTo>
                  <a:close/>
                  <a:moveTo>
                    <a:pt x="1" y="1"/>
                  </a:moveTo>
                  <a:lnTo>
                    <a:pt x="1" y="6847"/>
                  </a:lnTo>
                  <a:lnTo>
                    <a:pt x="3572" y="6847"/>
                  </a:lnTo>
                  <a:lnTo>
                    <a:pt x="3572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4564850" y="1436850"/>
              <a:ext cx="92900" cy="230700"/>
            </a:xfrm>
            <a:custGeom>
              <a:avLst/>
              <a:gdLst/>
              <a:ahLst/>
              <a:cxnLst/>
              <a:rect l="l" t="t" r="r" b="b"/>
              <a:pathLst>
                <a:path w="3716" h="9228" extrusionOk="0">
                  <a:moveTo>
                    <a:pt x="3120" y="596"/>
                  </a:moveTo>
                  <a:lnTo>
                    <a:pt x="3120" y="8633"/>
                  </a:lnTo>
                  <a:lnTo>
                    <a:pt x="596" y="8633"/>
                  </a:lnTo>
                  <a:lnTo>
                    <a:pt x="596" y="596"/>
                  </a:lnTo>
                  <a:close/>
                  <a:moveTo>
                    <a:pt x="1" y="1"/>
                  </a:moveTo>
                  <a:lnTo>
                    <a:pt x="1" y="9228"/>
                  </a:lnTo>
                  <a:lnTo>
                    <a:pt x="3716" y="9228"/>
                  </a:lnTo>
                  <a:lnTo>
                    <a:pt x="371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4672600" y="1380900"/>
              <a:ext cx="93200" cy="286650"/>
            </a:xfrm>
            <a:custGeom>
              <a:avLst/>
              <a:gdLst/>
              <a:ahLst/>
              <a:cxnLst/>
              <a:rect l="l" t="t" r="r" b="b"/>
              <a:pathLst>
                <a:path w="3728" h="11466" extrusionOk="0">
                  <a:moveTo>
                    <a:pt x="3132" y="596"/>
                  </a:moveTo>
                  <a:lnTo>
                    <a:pt x="3132" y="10871"/>
                  </a:lnTo>
                  <a:lnTo>
                    <a:pt x="596" y="10871"/>
                  </a:lnTo>
                  <a:lnTo>
                    <a:pt x="596" y="596"/>
                  </a:lnTo>
                  <a:close/>
                  <a:moveTo>
                    <a:pt x="1" y="0"/>
                  </a:moveTo>
                  <a:lnTo>
                    <a:pt x="1" y="11466"/>
                  </a:lnTo>
                  <a:lnTo>
                    <a:pt x="3727" y="11466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2743385" y="1550188"/>
              <a:ext cx="1543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În această săptămână au debutat cele mai multe melodii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2837011" y="1203363"/>
              <a:ext cx="1449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Multe noutăți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1" name="Google Shape;71;p15"/>
          <p:cNvGrpSpPr/>
          <p:nvPr/>
        </p:nvGrpSpPr>
        <p:grpSpPr>
          <a:xfrm>
            <a:off x="6054288" y="1061013"/>
            <a:ext cx="1783050" cy="1829550"/>
            <a:chOff x="5354475" y="1203350"/>
            <a:chExt cx="1783050" cy="1829550"/>
          </a:xfrm>
        </p:grpSpPr>
        <p:sp>
          <p:nvSpPr>
            <p:cNvPr id="72" name="Google Shape;72;p15"/>
            <p:cNvSpPr/>
            <p:nvPr/>
          </p:nvSpPr>
          <p:spPr>
            <a:xfrm>
              <a:off x="6657075" y="1382375"/>
              <a:ext cx="230425" cy="1119800"/>
            </a:xfrm>
            <a:custGeom>
              <a:avLst/>
              <a:gdLst/>
              <a:ahLst/>
              <a:cxnLst/>
              <a:rect l="l" t="t" r="r" b="b"/>
              <a:pathLst>
                <a:path w="9217" h="44792" extrusionOk="0">
                  <a:moveTo>
                    <a:pt x="1" y="1"/>
                  </a:moveTo>
                  <a:lnTo>
                    <a:pt x="1" y="33291"/>
                  </a:lnTo>
                  <a:cubicBezTo>
                    <a:pt x="1" y="38244"/>
                    <a:pt x="2823" y="42649"/>
                    <a:pt x="7097" y="44792"/>
                  </a:cubicBezTo>
                  <a:lnTo>
                    <a:pt x="9216" y="44792"/>
                  </a:lnTo>
                  <a:lnTo>
                    <a:pt x="9216" y="43328"/>
                  </a:lnTo>
                  <a:cubicBezTo>
                    <a:pt x="5025" y="41804"/>
                    <a:pt x="2192" y="37827"/>
                    <a:pt x="2192" y="33291"/>
                  </a:cubicBezTo>
                  <a:lnTo>
                    <a:pt x="2192" y="1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5831075" y="2443825"/>
              <a:ext cx="1240375" cy="589075"/>
            </a:xfrm>
            <a:custGeom>
              <a:avLst/>
              <a:gdLst/>
              <a:ahLst/>
              <a:cxnLst/>
              <a:rect l="l" t="t" r="r" b="b"/>
              <a:pathLst>
                <a:path w="49615" h="23563" extrusionOk="0">
                  <a:moveTo>
                    <a:pt x="1" y="0"/>
                  </a:moveTo>
                  <a:cubicBezTo>
                    <a:pt x="4621" y="1917"/>
                    <a:pt x="7871" y="6477"/>
                    <a:pt x="7871" y="11788"/>
                  </a:cubicBezTo>
                  <a:cubicBezTo>
                    <a:pt x="7871" y="17098"/>
                    <a:pt x="4621" y="21646"/>
                    <a:pt x="1" y="23563"/>
                  </a:cubicBezTo>
                  <a:lnTo>
                    <a:pt x="37827" y="23563"/>
                  </a:lnTo>
                  <a:cubicBezTo>
                    <a:pt x="44340" y="23563"/>
                    <a:pt x="49614" y="18288"/>
                    <a:pt x="49614" y="11788"/>
                  </a:cubicBezTo>
                  <a:cubicBezTo>
                    <a:pt x="49614" y="5275"/>
                    <a:pt x="44340" y="0"/>
                    <a:pt x="37827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30.09.2021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6915750" y="1412900"/>
              <a:ext cx="145875" cy="82925"/>
            </a:xfrm>
            <a:custGeom>
              <a:avLst/>
              <a:gdLst/>
              <a:ahLst/>
              <a:cxnLst/>
              <a:rect l="l" t="t" r="r" b="b"/>
              <a:pathLst>
                <a:path w="5835" h="3317" extrusionOk="0">
                  <a:moveTo>
                    <a:pt x="2971" y="0"/>
                  </a:moveTo>
                  <a:cubicBezTo>
                    <a:pt x="2233" y="0"/>
                    <a:pt x="1495" y="280"/>
                    <a:pt x="929" y="840"/>
                  </a:cubicBezTo>
                  <a:cubicBezTo>
                    <a:pt x="262" y="1518"/>
                    <a:pt x="0" y="2447"/>
                    <a:pt x="131" y="3316"/>
                  </a:cubicBezTo>
                  <a:lnTo>
                    <a:pt x="739" y="3256"/>
                  </a:lnTo>
                  <a:cubicBezTo>
                    <a:pt x="619" y="2554"/>
                    <a:pt x="822" y="1816"/>
                    <a:pt x="1370" y="1280"/>
                  </a:cubicBezTo>
                  <a:cubicBezTo>
                    <a:pt x="1810" y="834"/>
                    <a:pt x="2391" y="610"/>
                    <a:pt x="2971" y="610"/>
                  </a:cubicBezTo>
                  <a:cubicBezTo>
                    <a:pt x="3551" y="610"/>
                    <a:pt x="4132" y="834"/>
                    <a:pt x="4572" y="1280"/>
                  </a:cubicBezTo>
                  <a:cubicBezTo>
                    <a:pt x="5001" y="1709"/>
                    <a:pt x="5215" y="2256"/>
                    <a:pt x="5239" y="2828"/>
                  </a:cubicBezTo>
                  <a:lnTo>
                    <a:pt x="5834" y="2768"/>
                  </a:lnTo>
                  <a:cubicBezTo>
                    <a:pt x="5811" y="2066"/>
                    <a:pt x="5537" y="1375"/>
                    <a:pt x="5013" y="840"/>
                  </a:cubicBezTo>
                  <a:cubicBezTo>
                    <a:pt x="4447" y="280"/>
                    <a:pt x="3709" y="0"/>
                    <a:pt x="297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6877350" y="1382225"/>
              <a:ext cx="260175" cy="250200"/>
            </a:xfrm>
            <a:custGeom>
              <a:avLst/>
              <a:gdLst/>
              <a:ahLst/>
              <a:cxnLst/>
              <a:rect l="l" t="t" r="r" b="b"/>
              <a:pathLst>
                <a:path w="10407" h="10008" extrusionOk="0">
                  <a:moveTo>
                    <a:pt x="4507" y="611"/>
                  </a:moveTo>
                  <a:cubicBezTo>
                    <a:pt x="5403" y="611"/>
                    <a:pt x="6299" y="953"/>
                    <a:pt x="6977" y="1638"/>
                  </a:cubicBezTo>
                  <a:cubicBezTo>
                    <a:pt x="8335" y="2995"/>
                    <a:pt x="8335" y="5222"/>
                    <a:pt x="6977" y="6579"/>
                  </a:cubicBezTo>
                  <a:cubicBezTo>
                    <a:pt x="6299" y="7258"/>
                    <a:pt x="5403" y="7597"/>
                    <a:pt x="4507" y="7597"/>
                  </a:cubicBezTo>
                  <a:cubicBezTo>
                    <a:pt x="3611" y="7597"/>
                    <a:pt x="2715" y="7258"/>
                    <a:pt x="2036" y="6579"/>
                  </a:cubicBezTo>
                  <a:cubicBezTo>
                    <a:pt x="667" y="5222"/>
                    <a:pt x="667" y="2995"/>
                    <a:pt x="2036" y="1638"/>
                  </a:cubicBezTo>
                  <a:cubicBezTo>
                    <a:pt x="2715" y="953"/>
                    <a:pt x="3611" y="611"/>
                    <a:pt x="4507" y="611"/>
                  </a:cubicBezTo>
                  <a:close/>
                  <a:moveTo>
                    <a:pt x="8299" y="7365"/>
                  </a:moveTo>
                  <a:lnTo>
                    <a:pt x="9537" y="8603"/>
                  </a:lnTo>
                  <a:lnTo>
                    <a:pt x="9002" y="9139"/>
                  </a:lnTo>
                  <a:lnTo>
                    <a:pt x="7763" y="7901"/>
                  </a:lnTo>
                  <a:lnTo>
                    <a:pt x="8299" y="7365"/>
                  </a:lnTo>
                  <a:close/>
                  <a:moveTo>
                    <a:pt x="4507" y="1"/>
                  </a:moveTo>
                  <a:cubicBezTo>
                    <a:pt x="3456" y="1"/>
                    <a:pt x="2405" y="400"/>
                    <a:pt x="1608" y="1197"/>
                  </a:cubicBezTo>
                  <a:cubicBezTo>
                    <a:pt x="0" y="2805"/>
                    <a:pt x="0" y="5412"/>
                    <a:pt x="1608" y="7008"/>
                  </a:cubicBezTo>
                  <a:cubicBezTo>
                    <a:pt x="2404" y="7811"/>
                    <a:pt x="3452" y="8210"/>
                    <a:pt x="4502" y="8210"/>
                  </a:cubicBezTo>
                  <a:cubicBezTo>
                    <a:pt x="5445" y="8210"/>
                    <a:pt x="6390" y="7888"/>
                    <a:pt x="7156" y="7246"/>
                  </a:cubicBezTo>
                  <a:lnTo>
                    <a:pt x="7358" y="7448"/>
                  </a:lnTo>
                  <a:lnTo>
                    <a:pt x="6894" y="7901"/>
                  </a:lnTo>
                  <a:lnTo>
                    <a:pt x="9002" y="10008"/>
                  </a:lnTo>
                  <a:lnTo>
                    <a:pt x="10406" y="8603"/>
                  </a:lnTo>
                  <a:lnTo>
                    <a:pt x="8299" y="6496"/>
                  </a:lnTo>
                  <a:lnTo>
                    <a:pt x="7835" y="6960"/>
                  </a:lnTo>
                  <a:lnTo>
                    <a:pt x="7644" y="6758"/>
                  </a:lnTo>
                  <a:cubicBezTo>
                    <a:pt x="9002" y="5150"/>
                    <a:pt x="8930" y="2721"/>
                    <a:pt x="7406" y="1197"/>
                  </a:cubicBezTo>
                  <a:cubicBezTo>
                    <a:pt x="6608" y="400"/>
                    <a:pt x="5558" y="1"/>
                    <a:pt x="450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5354475" y="1550190"/>
              <a:ext cx="130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cu cele mai puține venituri ($4.68m)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5354475" y="1203350"/>
              <a:ext cx="1305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Săptămâna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8" name="Google Shape;78;p15"/>
          <p:cNvGrpSpPr/>
          <p:nvPr/>
        </p:nvGrpSpPr>
        <p:grpSpPr>
          <a:xfrm>
            <a:off x="862650" y="2301488"/>
            <a:ext cx="3352513" cy="1781013"/>
            <a:chOff x="162838" y="2443825"/>
            <a:chExt cx="3352513" cy="1781013"/>
          </a:xfrm>
        </p:grpSpPr>
        <p:sp>
          <p:nvSpPr>
            <p:cNvPr id="79" name="Google Shape;79;p15"/>
            <p:cNvSpPr/>
            <p:nvPr/>
          </p:nvSpPr>
          <p:spPr>
            <a:xfrm>
              <a:off x="3035500" y="2993300"/>
              <a:ext cx="230100" cy="1120100"/>
            </a:xfrm>
            <a:custGeom>
              <a:avLst/>
              <a:gdLst/>
              <a:ahLst/>
              <a:cxnLst/>
              <a:rect l="l" t="t" r="r" b="b"/>
              <a:pathLst>
                <a:path w="9204" h="44804" extrusionOk="0">
                  <a:moveTo>
                    <a:pt x="7097" y="0"/>
                  </a:moveTo>
                  <a:cubicBezTo>
                    <a:pt x="2810" y="2143"/>
                    <a:pt x="0" y="6549"/>
                    <a:pt x="0" y="11514"/>
                  </a:cubicBezTo>
                  <a:lnTo>
                    <a:pt x="0" y="44803"/>
                  </a:lnTo>
                  <a:lnTo>
                    <a:pt x="2179" y="44803"/>
                  </a:lnTo>
                  <a:lnTo>
                    <a:pt x="2179" y="11514"/>
                  </a:lnTo>
                  <a:cubicBezTo>
                    <a:pt x="2179" y="6965"/>
                    <a:pt x="5025" y="2989"/>
                    <a:pt x="9204" y="1477"/>
                  </a:cubicBezTo>
                  <a:lnTo>
                    <a:pt x="9204" y="0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2275275" y="2443825"/>
              <a:ext cx="1240075" cy="589075"/>
            </a:xfrm>
            <a:custGeom>
              <a:avLst/>
              <a:gdLst/>
              <a:ahLst/>
              <a:cxnLst/>
              <a:rect l="l" t="t" r="r" b="b"/>
              <a:pathLst>
                <a:path w="49603" h="23563" extrusionOk="0">
                  <a:moveTo>
                    <a:pt x="1" y="0"/>
                  </a:moveTo>
                  <a:cubicBezTo>
                    <a:pt x="4621" y="1917"/>
                    <a:pt x="7871" y="6477"/>
                    <a:pt x="7871" y="11788"/>
                  </a:cubicBezTo>
                  <a:cubicBezTo>
                    <a:pt x="7871" y="17098"/>
                    <a:pt x="4621" y="21646"/>
                    <a:pt x="1" y="23563"/>
                  </a:cubicBezTo>
                  <a:lnTo>
                    <a:pt x="37827" y="23563"/>
                  </a:lnTo>
                  <a:cubicBezTo>
                    <a:pt x="44328" y="23563"/>
                    <a:pt x="49602" y="18288"/>
                    <a:pt x="49602" y="11788"/>
                  </a:cubicBezTo>
                  <a:cubicBezTo>
                    <a:pt x="49602" y="5275"/>
                    <a:pt x="44328" y="0"/>
                    <a:pt x="37827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9.09.2021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3219450" y="3823750"/>
              <a:ext cx="289350" cy="289650"/>
            </a:xfrm>
            <a:custGeom>
              <a:avLst/>
              <a:gdLst/>
              <a:ahLst/>
              <a:cxnLst/>
              <a:rect l="l" t="t" r="r" b="b"/>
              <a:pathLst>
                <a:path w="11574" h="11586" extrusionOk="0">
                  <a:moveTo>
                    <a:pt x="5787" y="620"/>
                  </a:moveTo>
                  <a:cubicBezTo>
                    <a:pt x="8633" y="620"/>
                    <a:pt x="10954" y="2941"/>
                    <a:pt x="10954" y="5799"/>
                  </a:cubicBezTo>
                  <a:cubicBezTo>
                    <a:pt x="10954" y="8645"/>
                    <a:pt x="8633" y="10966"/>
                    <a:pt x="5787" y="10966"/>
                  </a:cubicBezTo>
                  <a:cubicBezTo>
                    <a:pt x="2929" y="10966"/>
                    <a:pt x="608" y="8645"/>
                    <a:pt x="608" y="5799"/>
                  </a:cubicBezTo>
                  <a:cubicBezTo>
                    <a:pt x="608" y="2941"/>
                    <a:pt x="2929" y="620"/>
                    <a:pt x="5787" y="620"/>
                  </a:cubicBezTo>
                  <a:close/>
                  <a:moveTo>
                    <a:pt x="5787" y="1"/>
                  </a:moveTo>
                  <a:cubicBezTo>
                    <a:pt x="2596" y="1"/>
                    <a:pt x="1" y="2596"/>
                    <a:pt x="1" y="5799"/>
                  </a:cubicBezTo>
                  <a:cubicBezTo>
                    <a:pt x="1" y="8990"/>
                    <a:pt x="2596" y="11585"/>
                    <a:pt x="5787" y="11585"/>
                  </a:cubicBezTo>
                  <a:cubicBezTo>
                    <a:pt x="8978" y="11585"/>
                    <a:pt x="11573" y="8990"/>
                    <a:pt x="11573" y="5799"/>
                  </a:cubicBezTo>
                  <a:cubicBezTo>
                    <a:pt x="11573" y="2596"/>
                    <a:pt x="8978" y="1"/>
                    <a:pt x="578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3298025" y="3870175"/>
              <a:ext cx="130700" cy="208400"/>
            </a:xfrm>
            <a:custGeom>
              <a:avLst/>
              <a:gdLst/>
              <a:ahLst/>
              <a:cxnLst/>
              <a:rect l="l" t="t" r="r" b="b"/>
              <a:pathLst>
                <a:path w="5228" h="8336" extrusionOk="0">
                  <a:moveTo>
                    <a:pt x="2299" y="1227"/>
                  </a:moveTo>
                  <a:lnTo>
                    <a:pt x="2299" y="3668"/>
                  </a:lnTo>
                  <a:cubicBezTo>
                    <a:pt x="2156" y="3632"/>
                    <a:pt x="2096" y="3609"/>
                    <a:pt x="2001" y="3573"/>
                  </a:cubicBezTo>
                  <a:cubicBezTo>
                    <a:pt x="1751" y="3501"/>
                    <a:pt x="1560" y="3418"/>
                    <a:pt x="1406" y="3323"/>
                  </a:cubicBezTo>
                  <a:cubicBezTo>
                    <a:pt x="1263" y="3228"/>
                    <a:pt x="1144" y="3120"/>
                    <a:pt x="1072" y="2989"/>
                  </a:cubicBezTo>
                  <a:cubicBezTo>
                    <a:pt x="1001" y="2847"/>
                    <a:pt x="965" y="2680"/>
                    <a:pt x="965" y="2477"/>
                  </a:cubicBezTo>
                  <a:cubicBezTo>
                    <a:pt x="965" y="2085"/>
                    <a:pt x="1084" y="1775"/>
                    <a:pt x="1358" y="1549"/>
                  </a:cubicBezTo>
                  <a:cubicBezTo>
                    <a:pt x="1584" y="1370"/>
                    <a:pt x="1846" y="1263"/>
                    <a:pt x="2299" y="1227"/>
                  </a:cubicBezTo>
                  <a:close/>
                  <a:moveTo>
                    <a:pt x="2894" y="4478"/>
                  </a:moveTo>
                  <a:cubicBezTo>
                    <a:pt x="3049" y="4513"/>
                    <a:pt x="3204" y="4549"/>
                    <a:pt x="3335" y="4585"/>
                  </a:cubicBezTo>
                  <a:cubicBezTo>
                    <a:pt x="3585" y="4668"/>
                    <a:pt x="3811" y="4752"/>
                    <a:pt x="3989" y="4859"/>
                  </a:cubicBezTo>
                  <a:cubicBezTo>
                    <a:pt x="4168" y="4966"/>
                    <a:pt x="4299" y="5097"/>
                    <a:pt x="4382" y="5240"/>
                  </a:cubicBezTo>
                  <a:cubicBezTo>
                    <a:pt x="4478" y="5383"/>
                    <a:pt x="4501" y="5561"/>
                    <a:pt x="4501" y="5775"/>
                  </a:cubicBezTo>
                  <a:cubicBezTo>
                    <a:pt x="4501" y="6168"/>
                    <a:pt x="4347" y="6466"/>
                    <a:pt x="4037" y="6668"/>
                  </a:cubicBezTo>
                  <a:cubicBezTo>
                    <a:pt x="3763" y="6835"/>
                    <a:pt x="3489" y="6942"/>
                    <a:pt x="2894" y="6954"/>
                  </a:cubicBezTo>
                  <a:lnTo>
                    <a:pt x="2894" y="4478"/>
                  </a:lnTo>
                  <a:close/>
                  <a:moveTo>
                    <a:pt x="2299" y="1"/>
                  </a:moveTo>
                  <a:lnTo>
                    <a:pt x="2299" y="632"/>
                  </a:lnTo>
                  <a:cubicBezTo>
                    <a:pt x="2144" y="644"/>
                    <a:pt x="1894" y="680"/>
                    <a:pt x="1715" y="739"/>
                  </a:cubicBezTo>
                  <a:cubicBezTo>
                    <a:pt x="1418" y="823"/>
                    <a:pt x="1168" y="953"/>
                    <a:pt x="953" y="1108"/>
                  </a:cubicBezTo>
                  <a:cubicBezTo>
                    <a:pt x="727" y="1275"/>
                    <a:pt x="572" y="1489"/>
                    <a:pt x="453" y="1727"/>
                  </a:cubicBezTo>
                  <a:cubicBezTo>
                    <a:pt x="334" y="1977"/>
                    <a:pt x="275" y="2263"/>
                    <a:pt x="275" y="2573"/>
                  </a:cubicBezTo>
                  <a:cubicBezTo>
                    <a:pt x="275" y="2847"/>
                    <a:pt x="322" y="3085"/>
                    <a:pt x="417" y="3275"/>
                  </a:cubicBezTo>
                  <a:cubicBezTo>
                    <a:pt x="501" y="3466"/>
                    <a:pt x="644" y="3620"/>
                    <a:pt x="834" y="3763"/>
                  </a:cubicBezTo>
                  <a:cubicBezTo>
                    <a:pt x="1013" y="3894"/>
                    <a:pt x="1227" y="4001"/>
                    <a:pt x="1501" y="4097"/>
                  </a:cubicBezTo>
                  <a:cubicBezTo>
                    <a:pt x="1739" y="4180"/>
                    <a:pt x="2001" y="4252"/>
                    <a:pt x="2299" y="4323"/>
                  </a:cubicBezTo>
                  <a:lnTo>
                    <a:pt x="2299" y="6930"/>
                  </a:lnTo>
                  <a:cubicBezTo>
                    <a:pt x="2299" y="6918"/>
                    <a:pt x="2120" y="6907"/>
                    <a:pt x="2025" y="6883"/>
                  </a:cubicBezTo>
                  <a:cubicBezTo>
                    <a:pt x="1787" y="6835"/>
                    <a:pt x="1572" y="6776"/>
                    <a:pt x="1358" y="6680"/>
                  </a:cubicBezTo>
                  <a:cubicBezTo>
                    <a:pt x="1156" y="6597"/>
                    <a:pt x="965" y="6490"/>
                    <a:pt x="798" y="6383"/>
                  </a:cubicBezTo>
                  <a:cubicBezTo>
                    <a:pt x="620" y="6264"/>
                    <a:pt x="477" y="6145"/>
                    <a:pt x="358" y="6014"/>
                  </a:cubicBezTo>
                  <a:lnTo>
                    <a:pt x="1" y="6561"/>
                  </a:lnTo>
                  <a:cubicBezTo>
                    <a:pt x="668" y="7133"/>
                    <a:pt x="1406" y="7454"/>
                    <a:pt x="2299" y="7538"/>
                  </a:cubicBezTo>
                  <a:lnTo>
                    <a:pt x="2299" y="8335"/>
                  </a:lnTo>
                  <a:lnTo>
                    <a:pt x="2894" y="8335"/>
                  </a:lnTo>
                  <a:lnTo>
                    <a:pt x="2894" y="7550"/>
                  </a:lnTo>
                  <a:cubicBezTo>
                    <a:pt x="3192" y="7538"/>
                    <a:pt x="3489" y="7502"/>
                    <a:pt x="3739" y="7442"/>
                  </a:cubicBezTo>
                  <a:cubicBezTo>
                    <a:pt x="4037" y="7371"/>
                    <a:pt x="4311" y="7252"/>
                    <a:pt x="4525" y="7097"/>
                  </a:cubicBezTo>
                  <a:cubicBezTo>
                    <a:pt x="4751" y="6942"/>
                    <a:pt x="4930" y="6752"/>
                    <a:pt x="5049" y="6526"/>
                  </a:cubicBezTo>
                  <a:cubicBezTo>
                    <a:pt x="5168" y="6287"/>
                    <a:pt x="5228" y="6026"/>
                    <a:pt x="5228" y="5704"/>
                  </a:cubicBezTo>
                  <a:cubicBezTo>
                    <a:pt x="5228" y="5395"/>
                    <a:pt x="5180" y="5144"/>
                    <a:pt x="5073" y="4930"/>
                  </a:cubicBezTo>
                  <a:cubicBezTo>
                    <a:pt x="4966" y="4728"/>
                    <a:pt x="4811" y="4549"/>
                    <a:pt x="4597" y="4406"/>
                  </a:cubicBezTo>
                  <a:cubicBezTo>
                    <a:pt x="4394" y="4263"/>
                    <a:pt x="4120" y="4144"/>
                    <a:pt x="3823" y="4049"/>
                  </a:cubicBezTo>
                  <a:cubicBezTo>
                    <a:pt x="3561" y="3954"/>
                    <a:pt x="3335" y="3882"/>
                    <a:pt x="2894" y="3811"/>
                  </a:cubicBezTo>
                  <a:lnTo>
                    <a:pt x="2894" y="1215"/>
                  </a:lnTo>
                  <a:cubicBezTo>
                    <a:pt x="3192" y="1239"/>
                    <a:pt x="3513" y="1299"/>
                    <a:pt x="3775" y="1406"/>
                  </a:cubicBezTo>
                  <a:cubicBezTo>
                    <a:pt x="4097" y="1549"/>
                    <a:pt x="4370" y="1715"/>
                    <a:pt x="4561" y="1942"/>
                  </a:cubicBezTo>
                  <a:lnTo>
                    <a:pt x="4894" y="1394"/>
                  </a:lnTo>
                  <a:cubicBezTo>
                    <a:pt x="4608" y="1144"/>
                    <a:pt x="4263" y="953"/>
                    <a:pt x="3906" y="811"/>
                  </a:cubicBezTo>
                  <a:cubicBezTo>
                    <a:pt x="3608" y="703"/>
                    <a:pt x="3335" y="632"/>
                    <a:pt x="2894" y="62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162838" y="3689938"/>
              <a:ext cx="2872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În general, predominant este stilul HIP-HOP/RAP, dar în a doua săptămână a  lunii s-a ascultat mai mult latino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1634188" y="3076088"/>
              <a:ext cx="1401300" cy="6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Săptămâna Latino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85" name="Google Shape;85;p15"/>
          <p:cNvSpPr/>
          <p:nvPr/>
        </p:nvSpPr>
        <p:spPr>
          <a:xfrm>
            <a:off x="6382313" y="3599888"/>
            <a:ext cx="130700" cy="208400"/>
          </a:xfrm>
          <a:custGeom>
            <a:avLst/>
            <a:gdLst/>
            <a:ahLst/>
            <a:cxnLst/>
            <a:rect l="l" t="t" r="r" b="b"/>
            <a:pathLst>
              <a:path w="5228" h="8336" extrusionOk="0">
                <a:moveTo>
                  <a:pt x="2299" y="1227"/>
                </a:moveTo>
                <a:lnTo>
                  <a:pt x="2299" y="3668"/>
                </a:lnTo>
                <a:cubicBezTo>
                  <a:pt x="2156" y="3632"/>
                  <a:pt x="2096" y="3609"/>
                  <a:pt x="2001" y="3573"/>
                </a:cubicBezTo>
                <a:cubicBezTo>
                  <a:pt x="1751" y="3501"/>
                  <a:pt x="1560" y="3418"/>
                  <a:pt x="1406" y="3323"/>
                </a:cubicBezTo>
                <a:cubicBezTo>
                  <a:pt x="1263" y="3228"/>
                  <a:pt x="1144" y="3120"/>
                  <a:pt x="1072" y="2989"/>
                </a:cubicBezTo>
                <a:cubicBezTo>
                  <a:pt x="1001" y="2847"/>
                  <a:pt x="965" y="2680"/>
                  <a:pt x="965" y="2477"/>
                </a:cubicBezTo>
                <a:cubicBezTo>
                  <a:pt x="965" y="2085"/>
                  <a:pt x="1084" y="1775"/>
                  <a:pt x="1358" y="1549"/>
                </a:cubicBezTo>
                <a:cubicBezTo>
                  <a:pt x="1584" y="1370"/>
                  <a:pt x="1846" y="1263"/>
                  <a:pt x="2299" y="1227"/>
                </a:cubicBezTo>
                <a:close/>
                <a:moveTo>
                  <a:pt x="2894" y="4478"/>
                </a:moveTo>
                <a:cubicBezTo>
                  <a:pt x="3049" y="4513"/>
                  <a:pt x="3204" y="4549"/>
                  <a:pt x="3335" y="4585"/>
                </a:cubicBezTo>
                <a:cubicBezTo>
                  <a:pt x="3585" y="4668"/>
                  <a:pt x="3811" y="4752"/>
                  <a:pt x="3989" y="4859"/>
                </a:cubicBezTo>
                <a:cubicBezTo>
                  <a:pt x="4168" y="4966"/>
                  <a:pt x="4299" y="5097"/>
                  <a:pt x="4382" y="5240"/>
                </a:cubicBezTo>
                <a:cubicBezTo>
                  <a:pt x="4478" y="5383"/>
                  <a:pt x="4501" y="5561"/>
                  <a:pt x="4501" y="5775"/>
                </a:cubicBezTo>
                <a:cubicBezTo>
                  <a:pt x="4501" y="6168"/>
                  <a:pt x="4347" y="6466"/>
                  <a:pt x="4037" y="6668"/>
                </a:cubicBezTo>
                <a:cubicBezTo>
                  <a:pt x="3763" y="6835"/>
                  <a:pt x="3489" y="6942"/>
                  <a:pt x="2894" y="6954"/>
                </a:cubicBezTo>
                <a:lnTo>
                  <a:pt x="2894" y="4478"/>
                </a:lnTo>
                <a:close/>
                <a:moveTo>
                  <a:pt x="2299" y="1"/>
                </a:moveTo>
                <a:lnTo>
                  <a:pt x="2299" y="632"/>
                </a:lnTo>
                <a:cubicBezTo>
                  <a:pt x="2144" y="644"/>
                  <a:pt x="1894" y="680"/>
                  <a:pt x="1715" y="739"/>
                </a:cubicBezTo>
                <a:cubicBezTo>
                  <a:pt x="1418" y="823"/>
                  <a:pt x="1168" y="953"/>
                  <a:pt x="953" y="1108"/>
                </a:cubicBezTo>
                <a:cubicBezTo>
                  <a:pt x="727" y="1275"/>
                  <a:pt x="572" y="1489"/>
                  <a:pt x="453" y="1727"/>
                </a:cubicBezTo>
                <a:cubicBezTo>
                  <a:pt x="334" y="1977"/>
                  <a:pt x="275" y="2263"/>
                  <a:pt x="275" y="2573"/>
                </a:cubicBezTo>
                <a:cubicBezTo>
                  <a:pt x="275" y="2847"/>
                  <a:pt x="322" y="3085"/>
                  <a:pt x="417" y="3275"/>
                </a:cubicBezTo>
                <a:cubicBezTo>
                  <a:pt x="501" y="3466"/>
                  <a:pt x="644" y="3620"/>
                  <a:pt x="834" y="3763"/>
                </a:cubicBezTo>
                <a:cubicBezTo>
                  <a:pt x="1013" y="3894"/>
                  <a:pt x="1227" y="4001"/>
                  <a:pt x="1501" y="4097"/>
                </a:cubicBezTo>
                <a:cubicBezTo>
                  <a:pt x="1739" y="4180"/>
                  <a:pt x="2001" y="4252"/>
                  <a:pt x="2299" y="4323"/>
                </a:cubicBezTo>
                <a:lnTo>
                  <a:pt x="2299" y="6930"/>
                </a:lnTo>
                <a:cubicBezTo>
                  <a:pt x="2299" y="6918"/>
                  <a:pt x="2120" y="6907"/>
                  <a:pt x="2025" y="6883"/>
                </a:cubicBezTo>
                <a:cubicBezTo>
                  <a:pt x="1787" y="6835"/>
                  <a:pt x="1572" y="6776"/>
                  <a:pt x="1358" y="6680"/>
                </a:cubicBezTo>
                <a:cubicBezTo>
                  <a:pt x="1156" y="6597"/>
                  <a:pt x="965" y="6490"/>
                  <a:pt x="798" y="6383"/>
                </a:cubicBezTo>
                <a:cubicBezTo>
                  <a:pt x="620" y="6264"/>
                  <a:pt x="477" y="6145"/>
                  <a:pt x="358" y="6014"/>
                </a:cubicBezTo>
                <a:lnTo>
                  <a:pt x="1" y="6561"/>
                </a:lnTo>
                <a:cubicBezTo>
                  <a:pt x="668" y="7133"/>
                  <a:pt x="1406" y="7454"/>
                  <a:pt x="2299" y="7538"/>
                </a:cubicBezTo>
                <a:lnTo>
                  <a:pt x="2299" y="8335"/>
                </a:lnTo>
                <a:lnTo>
                  <a:pt x="2894" y="8335"/>
                </a:lnTo>
                <a:lnTo>
                  <a:pt x="2894" y="7550"/>
                </a:lnTo>
                <a:cubicBezTo>
                  <a:pt x="3192" y="7538"/>
                  <a:pt x="3489" y="7502"/>
                  <a:pt x="3739" y="7442"/>
                </a:cubicBezTo>
                <a:cubicBezTo>
                  <a:pt x="4037" y="7371"/>
                  <a:pt x="4311" y="7252"/>
                  <a:pt x="4525" y="7097"/>
                </a:cubicBezTo>
                <a:cubicBezTo>
                  <a:pt x="4751" y="6942"/>
                  <a:pt x="4930" y="6752"/>
                  <a:pt x="5049" y="6526"/>
                </a:cubicBezTo>
                <a:cubicBezTo>
                  <a:pt x="5168" y="6287"/>
                  <a:pt x="5228" y="6026"/>
                  <a:pt x="5228" y="5704"/>
                </a:cubicBezTo>
                <a:cubicBezTo>
                  <a:pt x="5228" y="5395"/>
                  <a:pt x="5180" y="5144"/>
                  <a:pt x="5073" y="4930"/>
                </a:cubicBezTo>
                <a:cubicBezTo>
                  <a:pt x="4966" y="4728"/>
                  <a:pt x="4811" y="4549"/>
                  <a:pt x="4597" y="4406"/>
                </a:cubicBezTo>
                <a:cubicBezTo>
                  <a:pt x="4394" y="4263"/>
                  <a:pt x="4120" y="4144"/>
                  <a:pt x="3823" y="4049"/>
                </a:cubicBezTo>
                <a:cubicBezTo>
                  <a:pt x="3561" y="3954"/>
                  <a:pt x="3335" y="3882"/>
                  <a:pt x="2894" y="3811"/>
                </a:cubicBezTo>
                <a:lnTo>
                  <a:pt x="2894" y="1215"/>
                </a:lnTo>
                <a:cubicBezTo>
                  <a:pt x="3192" y="1239"/>
                  <a:pt x="3513" y="1299"/>
                  <a:pt x="3775" y="1406"/>
                </a:cubicBezTo>
                <a:cubicBezTo>
                  <a:pt x="4097" y="1549"/>
                  <a:pt x="4370" y="1715"/>
                  <a:pt x="4561" y="1942"/>
                </a:cubicBezTo>
                <a:lnTo>
                  <a:pt x="4894" y="1394"/>
                </a:lnTo>
                <a:cubicBezTo>
                  <a:pt x="4608" y="1144"/>
                  <a:pt x="4263" y="953"/>
                  <a:pt x="3906" y="811"/>
                </a:cubicBezTo>
                <a:cubicBezTo>
                  <a:pt x="3608" y="703"/>
                  <a:pt x="3335" y="632"/>
                  <a:pt x="2894" y="620"/>
                </a:cubicBezTo>
                <a:lnTo>
                  <a:pt x="2894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15"/>
          <p:cNvGrpSpPr/>
          <p:nvPr/>
        </p:nvGrpSpPr>
        <p:grpSpPr>
          <a:xfrm>
            <a:off x="4707800" y="2301488"/>
            <a:ext cx="1878188" cy="1781012"/>
            <a:chOff x="4007988" y="2443825"/>
            <a:chExt cx="1878188" cy="1781012"/>
          </a:xfrm>
        </p:grpSpPr>
        <p:sp>
          <p:nvSpPr>
            <p:cNvPr id="87" name="Google Shape;87;p15"/>
            <p:cNvSpPr/>
            <p:nvPr/>
          </p:nvSpPr>
          <p:spPr>
            <a:xfrm>
              <a:off x="5409300" y="2993300"/>
              <a:ext cx="230125" cy="1120100"/>
            </a:xfrm>
            <a:custGeom>
              <a:avLst/>
              <a:gdLst/>
              <a:ahLst/>
              <a:cxnLst/>
              <a:rect l="l" t="t" r="r" b="b"/>
              <a:pathLst>
                <a:path w="9205" h="44804" extrusionOk="0">
                  <a:moveTo>
                    <a:pt x="7097" y="0"/>
                  </a:moveTo>
                  <a:cubicBezTo>
                    <a:pt x="2811" y="2143"/>
                    <a:pt x="1" y="6549"/>
                    <a:pt x="1" y="11514"/>
                  </a:cubicBezTo>
                  <a:lnTo>
                    <a:pt x="1" y="44803"/>
                  </a:lnTo>
                  <a:lnTo>
                    <a:pt x="2180" y="44803"/>
                  </a:lnTo>
                  <a:lnTo>
                    <a:pt x="2180" y="11514"/>
                  </a:lnTo>
                  <a:cubicBezTo>
                    <a:pt x="2180" y="6965"/>
                    <a:pt x="5025" y="2989"/>
                    <a:pt x="9204" y="1477"/>
                  </a:cubicBezTo>
                  <a:lnTo>
                    <a:pt x="9204" y="0"/>
                  </a:ln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4645825" y="2443825"/>
              <a:ext cx="1240350" cy="589075"/>
            </a:xfrm>
            <a:custGeom>
              <a:avLst/>
              <a:gdLst/>
              <a:ahLst/>
              <a:cxnLst/>
              <a:rect l="l" t="t" r="r" b="b"/>
              <a:pathLst>
                <a:path w="49614" h="23563" extrusionOk="0">
                  <a:moveTo>
                    <a:pt x="0" y="0"/>
                  </a:moveTo>
                  <a:cubicBezTo>
                    <a:pt x="4620" y="1917"/>
                    <a:pt x="7870" y="6477"/>
                    <a:pt x="7870" y="11788"/>
                  </a:cubicBezTo>
                  <a:cubicBezTo>
                    <a:pt x="7870" y="17098"/>
                    <a:pt x="4620" y="21646"/>
                    <a:pt x="0" y="23563"/>
                  </a:cubicBezTo>
                  <a:lnTo>
                    <a:pt x="37826" y="23563"/>
                  </a:lnTo>
                  <a:cubicBezTo>
                    <a:pt x="44339" y="23563"/>
                    <a:pt x="49614" y="18288"/>
                    <a:pt x="49614" y="11788"/>
                  </a:cubicBezTo>
                  <a:cubicBezTo>
                    <a:pt x="49614" y="5275"/>
                    <a:pt x="44339" y="0"/>
                    <a:pt x="37826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23.09.2021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5668275" y="3945200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1" y="0"/>
                  </a:moveTo>
                  <a:cubicBezTo>
                    <a:pt x="203" y="0"/>
                    <a:pt x="0" y="203"/>
                    <a:pt x="0" y="441"/>
                  </a:cubicBezTo>
                  <a:cubicBezTo>
                    <a:pt x="0" y="691"/>
                    <a:pt x="203" y="881"/>
                    <a:pt x="441" y="881"/>
                  </a:cubicBezTo>
                  <a:cubicBezTo>
                    <a:pt x="691" y="881"/>
                    <a:pt x="881" y="691"/>
                    <a:pt x="881" y="441"/>
                  </a:cubicBezTo>
                  <a:cubicBezTo>
                    <a:pt x="881" y="203"/>
                    <a:pt x="691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5712325" y="3945200"/>
              <a:ext cx="22350" cy="22050"/>
            </a:xfrm>
            <a:custGeom>
              <a:avLst/>
              <a:gdLst/>
              <a:ahLst/>
              <a:cxnLst/>
              <a:rect l="l" t="t" r="r" b="b"/>
              <a:pathLst>
                <a:path w="894" h="882" extrusionOk="0">
                  <a:moveTo>
                    <a:pt x="441" y="0"/>
                  </a:moveTo>
                  <a:cubicBezTo>
                    <a:pt x="203" y="0"/>
                    <a:pt x="0" y="203"/>
                    <a:pt x="0" y="441"/>
                  </a:cubicBezTo>
                  <a:cubicBezTo>
                    <a:pt x="0" y="691"/>
                    <a:pt x="203" y="881"/>
                    <a:pt x="441" y="881"/>
                  </a:cubicBezTo>
                  <a:cubicBezTo>
                    <a:pt x="691" y="881"/>
                    <a:pt x="893" y="691"/>
                    <a:pt x="893" y="441"/>
                  </a:cubicBezTo>
                  <a:cubicBezTo>
                    <a:pt x="893" y="203"/>
                    <a:pt x="691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5756675" y="3945200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1" y="0"/>
                  </a:moveTo>
                  <a:cubicBezTo>
                    <a:pt x="191" y="0"/>
                    <a:pt x="0" y="203"/>
                    <a:pt x="0" y="441"/>
                  </a:cubicBezTo>
                  <a:cubicBezTo>
                    <a:pt x="0" y="691"/>
                    <a:pt x="191" y="881"/>
                    <a:pt x="441" y="881"/>
                  </a:cubicBezTo>
                  <a:cubicBezTo>
                    <a:pt x="679" y="881"/>
                    <a:pt x="881" y="691"/>
                    <a:pt x="881" y="441"/>
                  </a:cubicBezTo>
                  <a:cubicBezTo>
                    <a:pt x="881" y="203"/>
                    <a:pt x="679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5800725" y="3945200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1" y="0"/>
                  </a:moveTo>
                  <a:cubicBezTo>
                    <a:pt x="191" y="0"/>
                    <a:pt x="1" y="203"/>
                    <a:pt x="1" y="441"/>
                  </a:cubicBezTo>
                  <a:cubicBezTo>
                    <a:pt x="1" y="691"/>
                    <a:pt x="191" y="881"/>
                    <a:pt x="441" y="881"/>
                  </a:cubicBezTo>
                  <a:cubicBezTo>
                    <a:pt x="679" y="881"/>
                    <a:pt x="882" y="691"/>
                    <a:pt x="882" y="441"/>
                  </a:cubicBezTo>
                  <a:cubicBezTo>
                    <a:pt x="882" y="203"/>
                    <a:pt x="679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4007988" y="3689937"/>
              <a:ext cx="1401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cu cele mai multe venituri ($5.61m)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4007988" y="3343088"/>
              <a:ext cx="14013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Săptămâna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6"/>
          <p:cNvGrpSpPr/>
          <p:nvPr/>
        </p:nvGrpSpPr>
        <p:grpSpPr>
          <a:xfrm>
            <a:off x="6157499" y="682883"/>
            <a:ext cx="1884600" cy="3065505"/>
            <a:chOff x="6172300" y="682883"/>
            <a:chExt cx="1884600" cy="3065505"/>
          </a:xfrm>
        </p:grpSpPr>
        <p:sp>
          <p:nvSpPr>
            <p:cNvPr id="100" name="Google Shape;100;p16"/>
            <p:cNvSpPr/>
            <p:nvPr/>
          </p:nvSpPr>
          <p:spPr>
            <a:xfrm>
              <a:off x="6502777" y="2351932"/>
              <a:ext cx="1185659" cy="384212"/>
            </a:xfrm>
            <a:custGeom>
              <a:avLst/>
              <a:gdLst/>
              <a:ahLst/>
              <a:cxnLst/>
              <a:rect l="l" t="t" r="r" b="b"/>
              <a:pathLst>
                <a:path w="39244" h="12717" extrusionOk="0">
                  <a:moveTo>
                    <a:pt x="1417" y="1"/>
                  </a:moveTo>
                  <a:cubicBezTo>
                    <a:pt x="631" y="1"/>
                    <a:pt x="0" y="632"/>
                    <a:pt x="0" y="1406"/>
                  </a:cubicBezTo>
                  <a:lnTo>
                    <a:pt x="0" y="5037"/>
                  </a:lnTo>
                  <a:lnTo>
                    <a:pt x="1310" y="6359"/>
                  </a:lnTo>
                  <a:lnTo>
                    <a:pt x="0" y="7668"/>
                  </a:lnTo>
                  <a:lnTo>
                    <a:pt x="0" y="11300"/>
                  </a:lnTo>
                  <a:cubicBezTo>
                    <a:pt x="0" y="12073"/>
                    <a:pt x="631" y="12716"/>
                    <a:pt x="1417" y="12716"/>
                  </a:cubicBezTo>
                  <a:lnTo>
                    <a:pt x="36517" y="12716"/>
                  </a:lnTo>
                  <a:cubicBezTo>
                    <a:pt x="37302" y="12716"/>
                    <a:pt x="37934" y="12073"/>
                    <a:pt x="37934" y="11300"/>
                  </a:cubicBezTo>
                  <a:lnTo>
                    <a:pt x="37934" y="7668"/>
                  </a:lnTo>
                  <a:lnTo>
                    <a:pt x="39243" y="6359"/>
                  </a:lnTo>
                  <a:lnTo>
                    <a:pt x="37934" y="5037"/>
                  </a:lnTo>
                  <a:lnTo>
                    <a:pt x="37934" y="1406"/>
                  </a:lnTo>
                  <a:cubicBezTo>
                    <a:pt x="37934" y="632"/>
                    <a:pt x="37302" y="1"/>
                    <a:pt x="36517" y="1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30.09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01" name="Google Shape;101;p16"/>
            <p:cNvGrpSpPr/>
            <p:nvPr/>
          </p:nvGrpSpPr>
          <p:grpSpPr>
            <a:xfrm>
              <a:off x="7100970" y="1523888"/>
              <a:ext cx="22690" cy="608648"/>
              <a:chOff x="7100970" y="1523888"/>
              <a:chExt cx="22690" cy="608648"/>
            </a:xfrm>
          </p:grpSpPr>
          <p:sp>
            <p:nvSpPr>
              <p:cNvPr id="102" name="Google Shape;102;p16"/>
              <p:cNvSpPr/>
              <p:nvPr/>
            </p:nvSpPr>
            <p:spPr>
              <a:xfrm>
                <a:off x="7100970" y="1523888"/>
                <a:ext cx="22690" cy="59368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65" extrusionOk="0">
                    <a:moveTo>
                      <a:pt x="60" y="0"/>
                    </a:moveTo>
                    <a:lnTo>
                      <a:pt x="0" y="60"/>
                    </a:lnTo>
                    <a:lnTo>
                      <a:pt x="0" y="572"/>
                    </a:lnTo>
                    <a:lnTo>
                      <a:pt x="0" y="1096"/>
                    </a:lnTo>
                    <a:lnTo>
                      <a:pt x="0" y="1608"/>
                    </a:lnTo>
                    <a:lnTo>
                      <a:pt x="0" y="1941"/>
                    </a:lnTo>
                    <a:lnTo>
                      <a:pt x="96" y="1941"/>
                    </a:lnTo>
                    <a:lnTo>
                      <a:pt x="131" y="1846"/>
                    </a:lnTo>
                    <a:lnTo>
                      <a:pt x="107" y="1941"/>
                    </a:lnTo>
                    <a:lnTo>
                      <a:pt x="238" y="1941"/>
                    </a:lnTo>
                    <a:cubicBezTo>
                      <a:pt x="286" y="1953"/>
                      <a:pt x="334" y="1965"/>
                      <a:pt x="381" y="1965"/>
                    </a:cubicBezTo>
                    <a:cubicBezTo>
                      <a:pt x="429" y="1965"/>
                      <a:pt x="477" y="1953"/>
                      <a:pt x="524" y="1941"/>
                    </a:cubicBezTo>
                    <a:lnTo>
                      <a:pt x="750" y="1941"/>
                    </a:lnTo>
                    <a:lnTo>
                      <a:pt x="750" y="1572"/>
                    </a:lnTo>
                    <a:lnTo>
                      <a:pt x="750" y="1048"/>
                    </a:lnTo>
                    <a:lnTo>
                      <a:pt x="750" y="536"/>
                    </a:lnTo>
                    <a:lnTo>
                      <a:pt x="750" y="12"/>
                    </a:lnTo>
                    <a:lnTo>
                      <a:pt x="727" y="0"/>
                    </a:lnTo>
                    <a:lnTo>
                      <a:pt x="667" y="191"/>
                    </a:lnTo>
                    <a:cubicBezTo>
                      <a:pt x="667" y="179"/>
                      <a:pt x="655" y="167"/>
                      <a:pt x="655" y="167"/>
                    </a:cubicBezTo>
                    <a:lnTo>
                      <a:pt x="703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6"/>
              <p:cNvSpPr/>
              <p:nvPr/>
            </p:nvSpPr>
            <p:spPr>
              <a:xfrm>
                <a:off x="7102390" y="1602650"/>
                <a:ext cx="393" cy="1118"/>
              </a:xfrm>
              <a:custGeom>
                <a:avLst/>
                <a:gdLst/>
                <a:ahLst/>
                <a:cxnLst/>
                <a:rect l="l" t="t" r="r" b="b"/>
                <a:pathLst>
                  <a:path w="13" h="37" extrusionOk="0">
                    <a:moveTo>
                      <a:pt x="1" y="1"/>
                    </a:moveTo>
                    <a:lnTo>
                      <a:pt x="1" y="37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6"/>
              <p:cNvSpPr/>
              <p:nvPr/>
            </p:nvSpPr>
            <p:spPr>
              <a:xfrm>
                <a:off x="7100970" y="1602650"/>
                <a:ext cx="22327" cy="60848"/>
              </a:xfrm>
              <a:custGeom>
                <a:avLst/>
                <a:gdLst/>
                <a:ahLst/>
                <a:cxnLst/>
                <a:rect l="l" t="t" r="r" b="b"/>
                <a:pathLst>
                  <a:path w="739" h="2014" extrusionOk="0">
                    <a:moveTo>
                      <a:pt x="381" y="1"/>
                    </a:moveTo>
                    <a:cubicBezTo>
                      <a:pt x="298" y="1"/>
                      <a:pt x="238" y="25"/>
                      <a:pt x="179" y="72"/>
                    </a:cubicBezTo>
                    <a:lnTo>
                      <a:pt x="60" y="72"/>
                    </a:lnTo>
                    <a:lnTo>
                      <a:pt x="0" y="37"/>
                    </a:lnTo>
                    <a:lnTo>
                      <a:pt x="0" y="561"/>
                    </a:lnTo>
                    <a:lnTo>
                      <a:pt x="0" y="1072"/>
                    </a:lnTo>
                    <a:lnTo>
                      <a:pt x="0" y="1596"/>
                    </a:lnTo>
                    <a:lnTo>
                      <a:pt x="0" y="2013"/>
                    </a:lnTo>
                    <a:lnTo>
                      <a:pt x="738" y="2013"/>
                    </a:lnTo>
                    <a:lnTo>
                      <a:pt x="738" y="1549"/>
                    </a:lnTo>
                    <a:lnTo>
                      <a:pt x="738" y="1025"/>
                    </a:lnTo>
                    <a:lnTo>
                      <a:pt x="738" y="513"/>
                    </a:lnTo>
                    <a:lnTo>
                      <a:pt x="738" y="72"/>
                    </a:lnTo>
                    <a:lnTo>
                      <a:pt x="572" y="72"/>
                    </a:lnTo>
                    <a:cubicBezTo>
                      <a:pt x="524" y="25"/>
                      <a:pt x="453" y="1"/>
                      <a:pt x="381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6"/>
              <p:cNvSpPr/>
              <p:nvPr/>
            </p:nvSpPr>
            <p:spPr>
              <a:xfrm>
                <a:off x="7100970" y="1681079"/>
                <a:ext cx="22327" cy="5903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1954" extrusionOk="0">
                    <a:moveTo>
                      <a:pt x="381" y="0"/>
                    </a:moveTo>
                    <a:cubicBezTo>
                      <a:pt x="369" y="0"/>
                      <a:pt x="369" y="0"/>
                      <a:pt x="357" y="12"/>
                    </a:cubicBezTo>
                    <a:lnTo>
                      <a:pt x="0" y="12"/>
                    </a:lnTo>
                    <a:lnTo>
                      <a:pt x="0" y="36"/>
                    </a:lnTo>
                    <a:lnTo>
                      <a:pt x="0" y="548"/>
                    </a:lnTo>
                    <a:lnTo>
                      <a:pt x="0" y="1072"/>
                    </a:lnTo>
                    <a:lnTo>
                      <a:pt x="0" y="1584"/>
                    </a:lnTo>
                    <a:lnTo>
                      <a:pt x="0" y="1941"/>
                    </a:lnTo>
                    <a:lnTo>
                      <a:pt x="274" y="1941"/>
                    </a:lnTo>
                    <a:cubicBezTo>
                      <a:pt x="310" y="1953"/>
                      <a:pt x="346" y="1953"/>
                      <a:pt x="381" y="1953"/>
                    </a:cubicBezTo>
                    <a:cubicBezTo>
                      <a:pt x="417" y="1953"/>
                      <a:pt x="453" y="1953"/>
                      <a:pt x="477" y="1941"/>
                    </a:cubicBezTo>
                    <a:lnTo>
                      <a:pt x="738" y="1941"/>
                    </a:lnTo>
                    <a:lnTo>
                      <a:pt x="738" y="1536"/>
                    </a:lnTo>
                    <a:lnTo>
                      <a:pt x="738" y="1024"/>
                    </a:lnTo>
                    <a:lnTo>
                      <a:pt x="738" y="501"/>
                    </a:lnTo>
                    <a:lnTo>
                      <a:pt x="738" y="12"/>
                    </a:lnTo>
                    <a:lnTo>
                      <a:pt x="405" y="12"/>
                    </a:lnTo>
                    <a:cubicBezTo>
                      <a:pt x="393" y="0"/>
                      <a:pt x="381" y="0"/>
                      <a:pt x="381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6"/>
              <p:cNvSpPr/>
              <p:nvPr/>
            </p:nvSpPr>
            <p:spPr>
              <a:xfrm>
                <a:off x="7100970" y="1757696"/>
                <a:ext cx="22327" cy="62993"/>
              </a:xfrm>
              <a:custGeom>
                <a:avLst/>
                <a:gdLst/>
                <a:ahLst/>
                <a:cxnLst/>
                <a:rect l="l" t="t" r="r" b="b"/>
                <a:pathLst>
                  <a:path w="739" h="2085" extrusionOk="0">
                    <a:moveTo>
                      <a:pt x="60" y="1"/>
                    </a:moveTo>
                    <a:lnTo>
                      <a:pt x="0" y="84"/>
                    </a:lnTo>
                    <a:lnTo>
                      <a:pt x="0" y="596"/>
                    </a:lnTo>
                    <a:lnTo>
                      <a:pt x="0" y="1120"/>
                    </a:lnTo>
                    <a:lnTo>
                      <a:pt x="0" y="1632"/>
                    </a:lnTo>
                    <a:lnTo>
                      <a:pt x="0" y="2084"/>
                    </a:lnTo>
                    <a:lnTo>
                      <a:pt x="738" y="2084"/>
                    </a:lnTo>
                    <a:lnTo>
                      <a:pt x="738" y="1596"/>
                    </a:lnTo>
                    <a:lnTo>
                      <a:pt x="738" y="1072"/>
                    </a:lnTo>
                    <a:lnTo>
                      <a:pt x="738" y="560"/>
                    </a:lnTo>
                    <a:lnTo>
                      <a:pt x="738" y="1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6"/>
              <p:cNvSpPr/>
              <p:nvPr/>
            </p:nvSpPr>
            <p:spPr>
              <a:xfrm>
                <a:off x="7102390" y="1838271"/>
                <a:ext cx="393" cy="30"/>
              </a:xfrm>
              <a:custGeom>
                <a:avLst/>
                <a:gdLst/>
                <a:ahLst/>
                <a:cxnLst/>
                <a:rect l="l" t="t" r="r" b="b"/>
                <a:pathLst>
                  <a:path w="13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7100970" y="1838271"/>
                <a:ext cx="22327" cy="5903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1954" extrusionOk="0">
                    <a:moveTo>
                      <a:pt x="0" y="0"/>
                    </a:moveTo>
                    <a:lnTo>
                      <a:pt x="0" y="524"/>
                    </a:lnTo>
                    <a:lnTo>
                      <a:pt x="0" y="1036"/>
                    </a:lnTo>
                    <a:lnTo>
                      <a:pt x="0" y="1560"/>
                    </a:lnTo>
                    <a:lnTo>
                      <a:pt x="0" y="1953"/>
                    </a:lnTo>
                    <a:lnTo>
                      <a:pt x="738" y="1953"/>
                    </a:lnTo>
                    <a:lnTo>
                      <a:pt x="738" y="1513"/>
                    </a:lnTo>
                    <a:lnTo>
                      <a:pt x="738" y="989"/>
                    </a:lnTo>
                    <a:lnTo>
                      <a:pt x="738" y="477"/>
                    </a:lnTo>
                    <a:lnTo>
                      <a:pt x="738" y="12"/>
                    </a:lnTo>
                    <a:lnTo>
                      <a:pt x="477" y="12"/>
                    </a:lnTo>
                    <a:cubicBezTo>
                      <a:pt x="453" y="0"/>
                      <a:pt x="417" y="0"/>
                      <a:pt x="381" y="0"/>
                    </a:cubicBezTo>
                    <a:cubicBezTo>
                      <a:pt x="346" y="0"/>
                      <a:pt x="310" y="0"/>
                      <a:pt x="274" y="12"/>
                    </a:cubicBezTo>
                    <a:lnTo>
                      <a:pt x="60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>
                <a:off x="7100970" y="1915251"/>
                <a:ext cx="22690" cy="60455"/>
              </a:xfrm>
              <a:custGeom>
                <a:avLst/>
                <a:gdLst/>
                <a:ahLst/>
                <a:cxnLst/>
                <a:rect l="l" t="t" r="r" b="b"/>
                <a:pathLst>
                  <a:path w="751" h="2001" extrusionOk="0">
                    <a:moveTo>
                      <a:pt x="48" y="0"/>
                    </a:moveTo>
                    <a:lnTo>
                      <a:pt x="0" y="48"/>
                    </a:lnTo>
                    <a:lnTo>
                      <a:pt x="0" y="560"/>
                    </a:lnTo>
                    <a:lnTo>
                      <a:pt x="0" y="1084"/>
                    </a:lnTo>
                    <a:lnTo>
                      <a:pt x="0" y="1596"/>
                    </a:lnTo>
                    <a:lnTo>
                      <a:pt x="0" y="1929"/>
                    </a:lnTo>
                    <a:lnTo>
                      <a:pt x="179" y="1929"/>
                    </a:lnTo>
                    <a:cubicBezTo>
                      <a:pt x="238" y="1977"/>
                      <a:pt x="310" y="2001"/>
                      <a:pt x="381" y="2001"/>
                    </a:cubicBezTo>
                    <a:cubicBezTo>
                      <a:pt x="453" y="2001"/>
                      <a:pt x="524" y="1977"/>
                      <a:pt x="572" y="1929"/>
                    </a:cubicBezTo>
                    <a:lnTo>
                      <a:pt x="750" y="1929"/>
                    </a:lnTo>
                    <a:lnTo>
                      <a:pt x="750" y="1548"/>
                    </a:lnTo>
                    <a:lnTo>
                      <a:pt x="750" y="1036"/>
                    </a:lnTo>
                    <a:lnTo>
                      <a:pt x="750" y="512"/>
                    </a:lnTo>
                    <a:lnTo>
                      <a:pt x="750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6"/>
              <p:cNvSpPr/>
              <p:nvPr/>
            </p:nvSpPr>
            <p:spPr>
              <a:xfrm>
                <a:off x="7100970" y="1995101"/>
                <a:ext cx="22327" cy="59398"/>
              </a:xfrm>
              <a:custGeom>
                <a:avLst/>
                <a:gdLst/>
                <a:ahLst/>
                <a:cxnLst/>
                <a:rect l="l" t="t" r="r" b="b"/>
                <a:pathLst>
                  <a:path w="739" h="1966" extrusionOk="0">
                    <a:moveTo>
                      <a:pt x="381" y="1"/>
                    </a:moveTo>
                    <a:cubicBezTo>
                      <a:pt x="334" y="1"/>
                      <a:pt x="286" y="13"/>
                      <a:pt x="238" y="36"/>
                    </a:cubicBezTo>
                    <a:lnTo>
                      <a:pt x="0" y="36"/>
                    </a:lnTo>
                    <a:lnTo>
                      <a:pt x="0" y="501"/>
                    </a:lnTo>
                    <a:lnTo>
                      <a:pt x="0" y="1025"/>
                    </a:lnTo>
                    <a:lnTo>
                      <a:pt x="0" y="1537"/>
                    </a:lnTo>
                    <a:lnTo>
                      <a:pt x="0" y="1965"/>
                    </a:lnTo>
                    <a:lnTo>
                      <a:pt x="738" y="1965"/>
                    </a:lnTo>
                    <a:lnTo>
                      <a:pt x="738" y="1501"/>
                    </a:lnTo>
                    <a:lnTo>
                      <a:pt x="738" y="977"/>
                    </a:lnTo>
                    <a:lnTo>
                      <a:pt x="738" y="465"/>
                    </a:lnTo>
                    <a:lnTo>
                      <a:pt x="738" y="36"/>
                    </a:lnTo>
                    <a:lnTo>
                      <a:pt x="524" y="36"/>
                    </a:lnTo>
                    <a:cubicBezTo>
                      <a:pt x="477" y="13"/>
                      <a:pt x="429" y="1"/>
                      <a:pt x="381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6"/>
              <p:cNvSpPr/>
              <p:nvPr/>
            </p:nvSpPr>
            <p:spPr>
              <a:xfrm>
                <a:off x="7100970" y="2072443"/>
                <a:ext cx="22327" cy="60093"/>
              </a:xfrm>
              <a:custGeom>
                <a:avLst/>
                <a:gdLst/>
                <a:ahLst/>
                <a:cxnLst/>
                <a:rect l="l" t="t" r="r" b="b"/>
                <a:pathLst>
                  <a:path w="739" h="1989" extrusionOk="0">
                    <a:moveTo>
                      <a:pt x="0" y="0"/>
                    </a:moveTo>
                    <a:lnTo>
                      <a:pt x="0" y="536"/>
                    </a:lnTo>
                    <a:lnTo>
                      <a:pt x="0" y="1048"/>
                    </a:lnTo>
                    <a:lnTo>
                      <a:pt x="0" y="1572"/>
                    </a:lnTo>
                    <a:lnTo>
                      <a:pt x="0" y="1941"/>
                    </a:lnTo>
                    <a:lnTo>
                      <a:pt x="203" y="1941"/>
                    </a:lnTo>
                    <a:cubicBezTo>
                      <a:pt x="250" y="1965"/>
                      <a:pt x="310" y="1989"/>
                      <a:pt x="381" y="1989"/>
                    </a:cubicBezTo>
                    <a:cubicBezTo>
                      <a:pt x="441" y="1989"/>
                      <a:pt x="500" y="1965"/>
                      <a:pt x="560" y="1941"/>
                    </a:cubicBezTo>
                    <a:lnTo>
                      <a:pt x="738" y="1941"/>
                    </a:lnTo>
                    <a:lnTo>
                      <a:pt x="738" y="1524"/>
                    </a:lnTo>
                    <a:lnTo>
                      <a:pt x="738" y="1001"/>
                    </a:lnTo>
                    <a:lnTo>
                      <a:pt x="738" y="489"/>
                    </a:lnTo>
                    <a:lnTo>
                      <a:pt x="738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2" name="Google Shape;112;p16"/>
            <p:cNvSpPr/>
            <p:nvPr/>
          </p:nvSpPr>
          <p:spPr>
            <a:xfrm>
              <a:off x="7064625" y="2163441"/>
              <a:ext cx="95713" cy="95713"/>
            </a:xfrm>
            <a:custGeom>
              <a:avLst/>
              <a:gdLst/>
              <a:ahLst/>
              <a:cxnLst/>
              <a:rect l="l" t="t" r="r" b="b"/>
              <a:pathLst>
                <a:path w="3168" h="3168" extrusionOk="0">
                  <a:moveTo>
                    <a:pt x="1584" y="1"/>
                  </a:moveTo>
                  <a:cubicBezTo>
                    <a:pt x="703" y="1"/>
                    <a:pt x="1" y="715"/>
                    <a:pt x="1" y="1584"/>
                  </a:cubicBezTo>
                  <a:cubicBezTo>
                    <a:pt x="1" y="2465"/>
                    <a:pt x="703" y="3168"/>
                    <a:pt x="1584" y="3168"/>
                  </a:cubicBezTo>
                  <a:cubicBezTo>
                    <a:pt x="2453" y="3168"/>
                    <a:pt x="3168" y="2465"/>
                    <a:pt x="3168" y="1584"/>
                  </a:cubicBezTo>
                  <a:cubicBezTo>
                    <a:pt x="3168" y="715"/>
                    <a:pt x="2453" y="1"/>
                    <a:pt x="1584" y="1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6783354" y="682883"/>
              <a:ext cx="658300" cy="742502"/>
            </a:xfrm>
            <a:custGeom>
              <a:avLst/>
              <a:gdLst/>
              <a:ahLst/>
              <a:cxnLst/>
              <a:rect l="l" t="t" r="r" b="b"/>
              <a:pathLst>
                <a:path w="21789" h="24576" extrusionOk="0">
                  <a:moveTo>
                    <a:pt x="10894" y="1"/>
                  </a:moveTo>
                  <a:cubicBezTo>
                    <a:pt x="10570" y="1"/>
                    <a:pt x="10245" y="84"/>
                    <a:pt x="9954" y="251"/>
                  </a:cubicBezTo>
                  <a:lnTo>
                    <a:pt x="941" y="5454"/>
                  </a:lnTo>
                  <a:cubicBezTo>
                    <a:pt x="357" y="5799"/>
                    <a:pt x="0" y="6418"/>
                    <a:pt x="0" y="7085"/>
                  </a:cubicBezTo>
                  <a:lnTo>
                    <a:pt x="0" y="17491"/>
                  </a:lnTo>
                  <a:cubicBezTo>
                    <a:pt x="0" y="18170"/>
                    <a:pt x="357" y="18789"/>
                    <a:pt x="941" y="19122"/>
                  </a:cubicBezTo>
                  <a:lnTo>
                    <a:pt x="9954" y="24325"/>
                  </a:lnTo>
                  <a:cubicBezTo>
                    <a:pt x="10245" y="24492"/>
                    <a:pt x="10570" y="24575"/>
                    <a:pt x="10894" y="24575"/>
                  </a:cubicBezTo>
                  <a:cubicBezTo>
                    <a:pt x="11219" y="24575"/>
                    <a:pt x="11543" y="24492"/>
                    <a:pt x="11835" y="24325"/>
                  </a:cubicBezTo>
                  <a:lnTo>
                    <a:pt x="20836" y="19122"/>
                  </a:lnTo>
                  <a:cubicBezTo>
                    <a:pt x="21419" y="18789"/>
                    <a:pt x="21789" y="18170"/>
                    <a:pt x="21789" y="17491"/>
                  </a:cubicBezTo>
                  <a:lnTo>
                    <a:pt x="21789" y="7085"/>
                  </a:lnTo>
                  <a:cubicBezTo>
                    <a:pt x="21789" y="6418"/>
                    <a:pt x="21419" y="5799"/>
                    <a:pt x="20836" y="5454"/>
                  </a:cubicBezTo>
                  <a:lnTo>
                    <a:pt x="11835" y="251"/>
                  </a:lnTo>
                  <a:cubicBezTo>
                    <a:pt x="11543" y="84"/>
                    <a:pt x="11219" y="1"/>
                    <a:pt x="10894" y="1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6851330" y="759862"/>
              <a:ext cx="522344" cy="588630"/>
            </a:xfrm>
            <a:custGeom>
              <a:avLst/>
              <a:gdLst/>
              <a:ahLst/>
              <a:cxnLst/>
              <a:rect l="l" t="t" r="r" b="b"/>
              <a:pathLst>
                <a:path w="17289" h="19483" extrusionOk="0">
                  <a:moveTo>
                    <a:pt x="8640" y="1"/>
                  </a:moveTo>
                  <a:cubicBezTo>
                    <a:pt x="8373" y="1"/>
                    <a:pt x="8109" y="72"/>
                    <a:pt x="7870" y="215"/>
                  </a:cubicBezTo>
                  <a:lnTo>
                    <a:pt x="774" y="4311"/>
                  </a:lnTo>
                  <a:cubicBezTo>
                    <a:pt x="298" y="4585"/>
                    <a:pt x="0" y="5096"/>
                    <a:pt x="0" y="5644"/>
                  </a:cubicBezTo>
                  <a:lnTo>
                    <a:pt x="0" y="13836"/>
                  </a:lnTo>
                  <a:cubicBezTo>
                    <a:pt x="0" y="14395"/>
                    <a:pt x="298" y="14895"/>
                    <a:pt x="774" y="15181"/>
                  </a:cubicBezTo>
                  <a:lnTo>
                    <a:pt x="7870" y="19277"/>
                  </a:lnTo>
                  <a:cubicBezTo>
                    <a:pt x="8109" y="19414"/>
                    <a:pt x="8373" y="19482"/>
                    <a:pt x="8640" y="19482"/>
                  </a:cubicBezTo>
                  <a:cubicBezTo>
                    <a:pt x="8906" y="19482"/>
                    <a:pt x="9174" y="19414"/>
                    <a:pt x="9418" y="19277"/>
                  </a:cubicBezTo>
                  <a:lnTo>
                    <a:pt x="16514" y="15181"/>
                  </a:lnTo>
                  <a:cubicBezTo>
                    <a:pt x="16991" y="14895"/>
                    <a:pt x="17288" y="14395"/>
                    <a:pt x="17288" y="13836"/>
                  </a:cubicBezTo>
                  <a:lnTo>
                    <a:pt x="17288" y="5644"/>
                  </a:lnTo>
                  <a:cubicBezTo>
                    <a:pt x="17288" y="5096"/>
                    <a:pt x="16991" y="4585"/>
                    <a:pt x="16514" y="4311"/>
                  </a:cubicBezTo>
                  <a:lnTo>
                    <a:pt x="9418" y="215"/>
                  </a:lnTo>
                  <a:cubicBezTo>
                    <a:pt x="9174" y="72"/>
                    <a:pt x="8906" y="1"/>
                    <a:pt x="8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7000606" y="957719"/>
              <a:ext cx="223421" cy="208648"/>
            </a:xfrm>
            <a:custGeom>
              <a:avLst/>
              <a:gdLst/>
              <a:ahLst/>
              <a:cxnLst/>
              <a:rect l="l" t="t" r="r" b="b"/>
              <a:pathLst>
                <a:path w="7395" h="6906" extrusionOk="0">
                  <a:moveTo>
                    <a:pt x="1584" y="2036"/>
                  </a:moveTo>
                  <a:cubicBezTo>
                    <a:pt x="1977" y="2036"/>
                    <a:pt x="2286" y="2357"/>
                    <a:pt x="2286" y="2750"/>
                  </a:cubicBezTo>
                  <a:cubicBezTo>
                    <a:pt x="2286" y="3143"/>
                    <a:pt x="1977" y="3453"/>
                    <a:pt x="1584" y="3453"/>
                  </a:cubicBezTo>
                  <a:cubicBezTo>
                    <a:pt x="1191" y="3453"/>
                    <a:pt x="870" y="3143"/>
                    <a:pt x="870" y="2750"/>
                  </a:cubicBezTo>
                  <a:cubicBezTo>
                    <a:pt x="870" y="2357"/>
                    <a:pt x="1191" y="2036"/>
                    <a:pt x="1584" y="2036"/>
                  </a:cubicBezTo>
                  <a:close/>
                  <a:moveTo>
                    <a:pt x="3703" y="2036"/>
                  </a:moveTo>
                  <a:cubicBezTo>
                    <a:pt x="4096" y="2036"/>
                    <a:pt x="4406" y="2357"/>
                    <a:pt x="4406" y="2750"/>
                  </a:cubicBezTo>
                  <a:cubicBezTo>
                    <a:pt x="4406" y="3143"/>
                    <a:pt x="4096" y="3453"/>
                    <a:pt x="3703" y="3453"/>
                  </a:cubicBezTo>
                  <a:cubicBezTo>
                    <a:pt x="3310" y="3453"/>
                    <a:pt x="2989" y="3143"/>
                    <a:pt x="2989" y="2750"/>
                  </a:cubicBezTo>
                  <a:cubicBezTo>
                    <a:pt x="2989" y="2357"/>
                    <a:pt x="3310" y="2036"/>
                    <a:pt x="3703" y="2036"/>
                  </a:cubicBezTo>
                  <a:close/>
                  <a:moveTo>
                    <a:pt x="5811" y="2036"/>
                  </a:moveTo>
                  <a:cubicBezTo>
                    <a:pt x="6204" y="2036"/>
                    <a:pt x="6525" y="2357"/>
                    <a:pt x="6525" y="2750"/>
                  </a:cubicBezTo>
                  <a:cubicBezTo>
                    <a:pt x="6525" y="3143"/>
                    <a:pt x="6204" y="3453"/>
                    <a:pt x="5811" y="3453"/>
                  </a:cubicBezTo>
                  <a:cubicBezTo>
                    <a:pt x="5418" y="3453"/>
                    <a:pt x="5096" y="3143"/>
                    <a:pt x="5096" y="2750"/>
                  </a:cubicBezTo>
                  <a:cubicBezTo>
                    <a:pt x="5096" y="2357"/>
                    <a:pt x="5418" y="2036"/>
                    <a:pt x="5811" y="2036"/>
                  </a:cubicBezTo>
                  <a:close/>
                  <a:moveTo>
                    <a:pt x="1143" y="0"/>
                  </a:moveTo>
                  <a:cubicBezTo>
                    <a:pt x="524" y="0"/>
                    <a:pt x="0" y="512"/>
                    <a:pt x="0" y="1143"/>
                  </a:cubicBezTo>
                  <a:lnTo>
                    <a:pt x="0" y="4286"/>
                  </a:lnTo>
                  <a:cubicBezTo>
                    <a:pt x="0" y="4917"/>
                    <a:pt x="524" y="5429"/>
                    <a:pt x="1143" y="5429"/>
                  </a:cubicBezTo>
                  <a:lnTo>
                    <a:pt x="1143" y="6906"/>
                  </a:lnTo>
                  <a:lnTo>
                    <a:pt x="2953" y="5429"/>
                  </a:lnTo>
                  <a:lnTo>
                    <a:pt x="6251" y="5429"/>
                  </a:lnTo>
                  <a:cubicBezTo>
                    <a:pt x="6882" y="5429"/>
                    <a:pt x="7394" y="4917"/>
                    <a:pt x="7394" y="4286"/>
                  </a:cubicBezTo>
                  <a:lnTo>
                    <a:pt x="7394" y="1143"/>
                  </a:lnTo>
                  <a:cubicBezTo>
                    <a:pt x="7394" y="512"/>
                    <a:pt x="6882" y="0"/>
                    <a:pt x="6251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6172300" y="2866638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Måneskin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6172300" y="3213487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Scade din  top 10 după 10 săptămâni 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" name="Google Shape;118;p16"/>
          <p:cNvGrpSpPr/>
          <p:nvPr/>
        </p:nvGrpSpPr>
        <p:grpSpPr>
          <a:xfrm>
            <a:off x="3624399" y="680375"/>
            <a:ext cx="1884600" cy="3108125"/>
            <a:chOff x="3639200" y="680375"/>
            <a:chExt cx="1884600" cy="3108125"/>
          </a:xfrm>
        </p:grpSpPr>
        <p:sp>
          <p:nvSpPr>
            <p:cNvPr id="119" name="Google Shape;119;p16"/>
            <p:cNvSpPr/>
            <p:nvPr/>
          </p:nvSpPr>
          <p:spPr>
            <a:xfrm>
              <a:off x="3988670" y="2351932"/>
              <a:ext cx="1185659" cy="384212"/>
            </a:xfrm>
            <a:custGeom>
              <a:avLst/>
              <a:gdLst/>
              <a:ahLst/>
              <a:cxnLst/>
              <a:rect l="l" t="t" r="r" b="b"/>
              <a:pathLst>
                <a:path w="39244" h="12717" extrusionOk="0">
                  <a:moveTo>
                    <a:pt x="37934" y="5037"/>
                  </a:moveTo>
                  <a:lnTo>
                    <a:pt x="37934" y="1406"/>
                  </a:lnTo>
                  <a:cubicBezTo>
                    <a:pt x="37934" y="632"/>
                    <a:pt x="37302" y="1"/>
                    <a:pt x="36517" y="1"/>
                  </a:cubicBezTo>
                  <a:lnTo>
                    <a:pt x="1417" y="1"/>
                  </a:lnTo>
                  <a:cubicBezTo>
                    <a:pt x="631" y="1"/>
                    <a:pt x="0" y="632"/>
                    <a:pt x="0" y="1406"/>
                  </a:cubicBezTo>
                  <a:lnTo>
                    <a:pt x="0" y="5037"/>
                  </a:lnTo>
                  <a:lnTo>
                    <a:pt x="1310" y="6359"/>
                  </a:lnTo>
                  <a:lnTo>
                    <a:pt x="0" y="7668"/>
                  </a:lnTo>
                  <a:lnTo>
                    <a:pt x="0" y="11300"/>
                  </a:lnTo>
                  <a:cubicBezTo>
                    <a:pt x="0" y="12073"/>
                    <a:pt x="631" y="12716"/>
                    <a:pt x="1417" y="12716"/>
                  </a:cubicBezTo>
                  <a:lnTo>
                    <a:pt x="36517" y="12716"/>
                  </a:lnTo>
                  <a:cubicBezTo>
                    <a:pt x="37302" y="12716"/>
                    <a:pt x="37934" y="12073"/>
                    <a:pt x="37934" y="11300"/>
                  </a:cubicBezTo>
                  <a:lnTo>
                    <a:pt x="37934" y="7668"/>
                  </a:lnTo>
                  <a:lnTo>
                    <a:pt x="39243" y="6359"/>
                  </a:lnTo>
                  <a:close/>
                </a:path>
              </a:pathLst>
            </a:custGeom>
            <a:solidFill>
              <a:srgbClr val="F754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16.09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20" name="Google Shape;120;p16"/>
            <p:cNvGrpSpPr/>
            <p:nvPr/>
          </p:nvGrpSpPr>
          <p:grpSpPr>
            <a:xfrm>
              <a:off x="4570155" y="1523888"/>
              <a:ext cx="22690" cy="608648"/>
              <a:chOff x="4547520" y="1523888"/>
              <a:chExt cx="22690" cy="608648"/>
            </a:xfrm>
          </p:grpSpPr>
          <p:sp>
            <p:nvSpPr>
              <p:cNvPr id="121" name="Google Shape;121;p16"/>
              <p:cNvSpPr/>
              <p:nvPr/>
            </p:nvSpPr>
            <p:spPr>
              <a:xfrm>
                <a:off x="4547520" y="1523888"/>
                <a:ext cx="22327" cy="59368"/>
              </a:xfrm>
              <a:custGeom>
                <a:avLst/>
                <a:gdLst/>
                <a:ahLst/>
                <a:cxnLst/>
                <a:rect l="l" t="t" r="r" b="b"/>
                <a:pathLst>
                  <a:path w="739" h="1965" extrusionOk="0">
                    <a:moveTo>
                      <a:pt x="595" y="0"/>
                    </a:moveTo>
                    <a:lnTo>
                      <a:pt x="441" y="0"/>
                    </a:lnTo>
                    <a:lnTo>
                      <a:pt x="298" y="0"/>
                    </a:lnTo>
                    <a:lnTo>
                      <a:pt x="143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0" y="1941"/>
                    </a:lnTo>
                    <a:lnTo>
                      <a:pt x="143" y="1941"/>
                    </a:lnTo>
                    <a:lnTo>
                      <a:pt x="238" y="1941"/>
                    </a:lnTo>
                    <a:cubicBezTo>
                      <a:pt x="274" y="1953"/>
                      <a:pt x="322" y="1965"/>
                      <a:pt x="369" y="1965"/>
                    </a:cubicBezTo>
                    <a:cubicBezTo>
                      <a:pt x="429" y="1965"/>
                      <a:pt x="476" y="1953"/>
                      <a:pt x="512" y="1941"/>
                    </a:cubicBezTo>
                    <a:lnTo>
                      <a:pt x="595" y="1941"/>
                    </a:lnTo>
                    <a:lnTo>
                      <a:pt x="738" y="1941"/>
                    </a:lnTo>
                    <a:lnTo>
                      <a:pt x="738" y="12"/>
                    </a:lnTo>
                    <a:lnTo>
                      <a:pt x="738" y="0"/>
                    </a:lnTo>
                    <a:close/>
                  </a:path>
                </a:pathLst>
              </a:custGeom>
              <a:solidFill>
                <a:srgbClr val="F754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6"/>
              <p:cNvSpPr/>
              <p:nvPr/>
            </p:nvSpPr>
            <p:spPr>
              <a:xfrm>
                <a:off x="4547520" y="1602650"/>
                <a:ext cx="22327" cy="60848"/>
              </a:xfrm>
              <a:custGeom>
                <a:avLst/>
                <a:gdLst/>
                <a:ahLst/>
                <a:cxnLst/>
                <a:rect l="l" t="t" r="r" b="b"/>
                <a:pathLst>
                  <a:path w="739" h="2014" extrusionOk="0">
                    <a:moveTo>
                      <a:pt x="572" y="72"/>
                    </a:moveTo>
                    <a:cubicBezTo>
                      <a:pt x="524" y="25"/>
                      <a:pt x="453" y="1"/>
                      <a:pt x="369" y="1"/>
                    </a:cubicBezTo>
                    <a:cubicBezTo>
                      <a:pt x="298" y="1"/>
                      <a:pt x="226" y="25"/>
                      <a:pt x="179" y="72"/>
                    </a:cubicBezTo>
                    <a:lnTo>
                      <a:pt x="143" y="72"/>
                    </a:lnTo>
                    <a:lnTo>
                      <a:pt x="0" y="72"/>
                    </a:lnTo>
                    <a:lnTo>
                      <a:pt x="0" y="1954"/>
                    </a:lnTo>
                    <a:lnTo>
                      <a:pt x="0" y="2013"/>
                    </a:lnTo>
                    <a:lnTo>
                      <a:pt x="143" y="2013"/>
                    </a:lnTo>
                    <a:lnTo>
                      <a:pt x="298" y="2013"/>
                    </a:lnTo>
                    <a:lnTo>
                      <a:pt x="441" y="2013"/>
                    </a:lnTo>
                    <a:lnTo>
                      <a:pt x="595" y="2013"/>
                    </a:lnTo>
                    <a:lnTo>
                      <a:pt x="738" y="2013"/>
                    </a:lnTo>
                    <a:lnTo>
                      <a:pt x="738" y="1954"/>
                    </a:lnTo>
                    <a:lnTo>
                      <a:pt x="738" y="72"/>
                    </a:lnTo>
                    <a:lnTo>
                      <a:pt x="595" y="72"/>
                    </a:lnTo>
                    <a:close/>
                  </a:path>
                </a:pathLst>
              </a:custGeom>
              <a:solidFill>
                <a:srgbClr val="F754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4547520" y="1681079"/>
                <a:ext cx="22327" cy="5903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1954" extrusionOk="0">
                    <a:moveTo>
                      <a:pt x="441" y="12"/>
                    </a:moveTo>
                    <a:lnTo>
                      <a:pt x="393" y="12"/>
                    </a:lnTo>
                    <a:cubicBezTo>
                      <a:pt x="393" y="0"/>
                      <a:pt x="381" y="0"/>
                      <a:pt x="369" y="0"/>
                    </a:cubicBezTo>
                    <a:cubicBezTo>
                      <a:pt x="369" y="0"/>
                      <a:pt x="357" y="0"/>
                      <a:pt x="357" y="12"/>
                    </a:cubicBezTo>
                    <a:lnTo>
                      <a:pt x="298" y="12"/>
                    </a:lnTo>
                    <a:lnTo>
                      <a:pt x="143" y="12"/>
                    </a:lnTo>
                    <a:lnTo>
                      <a:pt x="0" y="12"/>
                    </a:lnTo>
                    <a:lnTo>
                      <a:pt x="0" y="1941"/>
                    </a:lnTo>
                    <a:lnTo>
                      <a:pt x="143" y="1941"/>
                    </a:lnTo>
                    <a:lnTo>
                      <a:pt x="274" y="1941"/>
                    </a:lnTo>
                    <a:cubicBezTo>
                      <a:pt x="310" y="1953"/>
                      <a:pt x="333" y="1953"/>
                      <a:pt x="369" y="1953"/>
                    </a:cubicBezTo>
                    <a:cubicBezTo>
                      <a:pt x="405" y="1953"/>
                      <a:pt x="441" y="1953"/>
                      <a:pt x="476" y="1941"/>
                    </a:cubicBezTo>
                    <a:lnTo>
                      <a:pt x="595" y="1941"/>
                    </a:lnTo>
                    <a:lnTo>
                      <a:pt x="738" y="1941"/>
                    </a:lnTo>
                    <a:lnTo>
                      <a:pt x="738" y="12"/>
                    </a:lnTo>
                    <a:lnTo>
                      <a:pt x="595" y="12"/>
                    </a:lnTo>
                    <a:close/>
                  </a:path>
                </a:pathLst>
              </a:custGeom>
              <a:solidFill>
                <a:srgbClr val="F754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6"/>
              <p:cNvSpPr/>
              <p:nvPr/>
            </p:nvSpPr>
            <p:spPr>
              <a:xfrm>
                <a:off x="4547520" y="1757696"/>
                <a:ext cx="22327" cy="62993"/>
              </a:xfrm>
              <a:custGeom>
                <a:avLst/>
                <a:gdLst/>
                <a:ahLst/>
                <a:cxnLst/>
                <a:rect l="l" t="t" r="r" b="b"/>
                <a:pathLst>
                  <a:path w="739" h="2085" extrusionOk="0">
                    <a:moveTo>
                      <a:pt x="441" y="1"/>
                    </a:moveTo>
                    <a:lnTo>
                      <a:pt x="298" y="1"/>
                    </a:lnTo>
                    <a:lnTo>
                      <a:pt x="143" y="1"/>
                    </a:lnTo>
                    <a:lnTo>
                      <a:pt x="0" y="1"/>
                    </a:lnTo>
                    <a:lnTo>
                      <a:pt x="0" y="60"/>
                    </a:lnTo>
                    <a:lnTo>
                      <a:pt x="0" y="2025"/>
                    </a:lnTo>
                    <a:lnTo>
                      <a:pt x="0" y="2084"/>
                    </a:lnTo>
                    <a:lnTo>
                      <a:pt x="143" y="2084"/>
                    </a:lnTo>
                    <a:lnTo>
                      <a:pt x="298" y="2084"/>
                    </a:lnTo>
                    <a:lnTo>
                      <a:pt x="441" y="2084"/>
                    </a:lnTo>
                    <a:lnTo>
                      <a:pt x="595" y="2084"/>
                    </a:lnTo>
                    <a:lnTo>
                      <a:pt x="738" y="2084"/>
                    </a:lnTo>
                    <a:lnTo>
                      <a:pt x="738" y="2025"/>
                    </a:lnTo>
                    <a:lnTo>
                      <a:pt x="738" y="60"/>
                    </a:lnTo>
                    <a:lnTo>
                      <a:pt x="738" y="1"/>
                    </a:lnTo>
                    <a:lnTo>
                      <a:pt x="595" y="1"/>
                    </a:lnTo>
                    <a:close/>
                  </a:path>
                </a:pathLst>
              </a:custGeom>
              <a:solidFill>
                <a:srgbClr val="F754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6"/>
              <p:cNvSpPr/>
              <p:nvPr/>
            </p:nvSpPr>
            <p:spPr>
              <a:xfrm>
                <a:off x="4547520" y="1838271"/>
                <a:ext cx="22327" cy="5903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1954" extrusionOk="0">
                    <a:moveTo>
                      <a:pt x="476" y="12"/>
                    </a:moveTo>
                    <a:cubicBezTo>
                      <a:pt x="441" y="0"/>
                      <a:pt x="405" y="0"/>
                      <a:pt x="369" y="0"/>
                    </a:cubicBezTo>
                    <a:cubicBezTo>
                      <a:pt x="333" y="0"/>
                      <a:pt x="310" y="0"/>
                      <a:pt x="274" y="12"/>
                    </a:cubicBezTo>
                    <a:lnTo>
                      <a:pt x="143" y="12"/>
                    </a:lnTo>
                    <a:lnTo>
                      <a:pt x="0" y="12"/>
                    </a:lnTo>
                    <a:lnTo>
                      <a:pt x="0" y="1953"/>
                    </a:lnTo>
                    <a:lnTo>
                      <a:pt x="143" y="1953"/>
                    </a:lnTo>
                    <a:lnTo>
                      <a:pt x="298" y="1953"/>
                    </a:lnTo>
                    <a:lnTo>
                      <a:pt x="357" y="1953"/>
                    </a:lnTo>
                    <a:cubicBezTo>
                      <a:pt x="369" y="1953"/>
                      <a:pt x="369" y="1953"/>
                      <a:pt x="369" y="1953"/>
                    </a:cubicBezTo>
                    <a:cubicBezTo>
                      <a:pt x="381" y="1953"/>
                      <a:pt x="381" y="1953"/>
                      <a:pt x="393" y="1953"/>
                    </a:cubicBezTo>
                    <a:lnTo>
                      <a:pt x="441" y="1953"/>
                    </a:lnTo>
                    <a:lnTo>
                      <a:pt x="595" y="1953"/>
                    </a:lnTo>
                    <a:lnTo>
                      <a:pt x="738" y="1953"/>
                    </a:lnTo>
                    <a:lnTo>
                      <a:pt x="738" y="12"/>
                    </a:lnTo>
                    <a:lnTo>
                      <a:pt x="595" y="12"/>
                    </a:lnTo>
                    <a:close/>
                  </a:path>
                </a:pathLst>
              </a:custGeom>
              <a:solidFill>
                <a:srgbClr val="F754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6"/>
              <p:cNvSpPr/>
              <p:nvPr/>
            </p:nvSpPr>
            <p:spPr>
              <a:xfrm>
                <a:off x="4547520" y="1915251"/>
                <a:ext cx="22327" cy="6045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2001" extrusionOk="0">
                    <a:moveTo>
                      <a:pt x="441" y="0"/>
                    </a:moveTo>
                    <a:lnTo>
                      <a:pt x="298" y="0"/>
                    </a:lnTo>
                    <a:lnTo>
                      <a:pt x="143" y="0"/>
                    </a:lnTo>
                    <a:lnTo>
                      <a:pt x="0" y="0"/>
                    </a:lnTo>
                    <a:lnTo>
                      <a:pt x="0" y="48"/>
                    </a:lnTo>
                    <a:lnTo>
                      <a:pt x="0" y="1929"/>
                    </a:lnTo>
                    <a:lnTo>
                      <a:pt x="143" y="1929"/>
                    </a:lnTo>
                    <a:lnTo>
                      <a:pt x="179" y="1929"/>
                    </a:lnTo>
                    <a:cubicBezTo>
                      <a:pt x="226" y="1977"/>
                      <a:pt x="298" y="2001"/>
                      <a:pt x="369" y="2001"/>
                    </a:cubicBezTo>
                    <a:cubicBezTo>
                      <a:pt x="453" y="2001"/>
                      <a:pt x="512" y="1977"/>
                      <a:pt x="572" y="1929"/>
                    </a:cubicBezTo>
                    <a:lnTo>
                      <a:pt x="595" y="1929"/>
                    </a:lnTo>
                    <a:lnTo>
                      <a:pt x="738" y="1929"/>
                    </a:lnTo>
                    <a:lnTo>
                      <a:pt x="738" y="48"/>
                    </a:lnTo>
                    <a:lnTo>
                      <a:pt x="738" y="0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rgbClr val="F754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6"/>
              <p:cNvSpPr/>
              <p:nvPr/>
            </p:nvSpPr>
            <p:spPr>
              <a:xfrm>
                <a:off x="4547520" y="1995101"/>
                <a:ext cx="22327" cy="59398"/>
              </a:xfrm>
              <a:custGeom>
                <a:avLst/>
                <a:gdLst/>
                <a:ahLst/>
                <a:cxnLst/>
                <a:rect l="l" t="t" r="r" b="b"/>
                <a:pathLst>
                  <a:path w="739" h="1966" extrusionOk="0">
                    <a:moveTo>
                      <a:pt x="512" y="36"/>
                    </a:moveTo>
                    <a:cubicBezTo>
                      <a:pt x="476" y="13"/>
                      <a:pt x="429" y="1"/>
                      <a:pt x="369" y="1"/>
                    </a:cubicBezTo>
                    <a:cubicBezTo>
                      <a:pt x="322" y="1"/>
                      <a:pt x="274" y="13"/>
                      <a:pt x="238" y="36"/>
                    </a:cubicBezTo>
                    <a:lnTo>
                      <a:pt x="143" y="36"/>
                    </a:lnTo>
                    <a:lnTo>
                      <a:pt x="0" y="36"/>
                    </a:lnTo>
                    <a:lnTo>
                      <a:pt x="0" y="1953"/>
                    </a:lnTo>
                    <a:lnTo>
                      <a:pt x="0" y="1965"/>
                    </a:lnTo>
                    <a:lnTo>
                      <a:pt x="143" y="1965"/>
                    </a:lnTo>
                    <a:lnTo>
                      <a:pt x="298" y="1965"/>
                    </a:lnTo>
                    <a:lnTo>
                      <a:pt x="441" y="1965"/>
                    </a:lnTo>
                    <a:lnTo>
                      <a:pt x="595" y="1965"/>
                    </a:lnTo>
                    <a:lnTo>
                      <a:pt x="738" y="1965"/>
                    </a:lnTo>
                    <a:lnTo>
                      <a:pt x="738" y="1953"/>
                    </a:lnTo>
                    <a:lnTo>
                      <a:pt x="738" y="36"/>
                    </a:lnTo>
                    <a:lnTo>
                      <a:pt x="595" y="36"/>
                    </a:lnTo>
                    <a:close/>
                  </a:path>
                </a:pathLst>
              </a:custGeom>
              <a:solidFill>
                <a:srgbClr val="F754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6"/>
              <p:cNvSpPr/>
              <p:nvPr/>
            </p:nvSpPr>
            <p:spPr>
              <a:xfrm>
                <a:off x="4547520" y="2072443"/>
                <a:ext cx="22690" cy="60093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89" extrusionOk="0">
                    <a:moveTo>
                      <a:pt x="441" y="0"/>
                    </a:moveTo>
                    <a:lnTo>
                      <a:pt x="298" y="0"/>
                    </a:lnTo>
                    <a:lnTo>
                      <a:pt x="143" y="0"/>
                    </a:lnTo>
                    <a:lnTo>
                      <a:pt x="0" y="0"/>
                    </a:lnTo>
                    <a:lnTo>
                      <a:pt x="0" y="36"/>
                    </a:lnTo>
                    <a:lnTo>
                      <a:pt x="0" y="1941"/>
                    </a:lnTo>
                    <a:lnTo>
                      <a:pt x="143" y="1941"/>
                    </a:lnTo>
                    <a:lnTo>
                      <a:pt x="202" y="1941"/>
                    </a:lnTo>
                    <a:cubicBezTo>
                      <a:pt x="250" y="1965"/>
                      <a:pt x="310" y="1989"/>
                      <a:pt x="369" y="1989"/>
                    </a:cubicBezTo>
                    <a:cubicBezTo>
                      <a:pt x="441" y="1989"/>
                      <a:pt x="500" y="1965"/>
                      <a:pt x="548" y="1941"/>
                    </a:cubicBezTo>
                    <a:lnTo>
                      <a:pt x="595" y="1941"/>
                    </a:lnTo>
                    <a:lnTo>
                      <a:pt x="750" y="1941"/>
                    </a:lnTo>
                    <a:lnTo>
                      <a:pt x="750" y="36"/>
                    </a:lnTo>
                    <a:lnTo>
                      <a:pt x="750" y="0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rgbClr val="F754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9" name="Google Shape;129;p16"/>
            <p:cNvSpPr/>
            <p:nvPr/>
          </p:nvSpPr>
          <p:spPr>
            <a:xfrm>
              <a:off x="4533643" y="2163441"/>
              <a:ext cx="95713" cy="95713"/>
            </a:xfrm>
            <a:custGeom>
              <a:avLst/>
              <a:gdLst/>
              <a:ahLst/>
              <a:cxnLst/>
              <a:rect l="l" t="t" r="r" b="b"/>
              <a:pathLst>
                <a:path w="3168" h="3168" extrusionOk="0">
                  <a:moveTo>
                    <a:pt x="3168" y="1584"/>
                  </a:moveTo>
                  <a:cubicBezTo>
                    <a:pt x="3168" y="2465"/>
                    <a:pt x="2465" y="3168"/>
                    <a:pt x="1584" y="3168"/>
                  </a:cubicBezTo>
                  <a:cubicBezTo>
                    <a:pt x="715" y="3168"/>
                    <a:pt x="1" y="2465"/>
                    <a:pt x="1" y="1584"/>
                  </a:cubicBezTo>
                  <a:cubicBezTo>
                    <a:pt x="1" y="715"/>
                    <a:pt x="715" y="1"/>
                    <a:pt x="1584" y="1"/>
                  </a:cubicBezTo>
                  <a:cubicBezTo>
                    <a:pt x="2465" y="1"/>
                    <a:pt x="3168" y="715"/>
                    <a:pt x="3168" y="1584"/>
                  </a:cubicBezTo>
                  <a:close/>
                </a:path>
              </a:pathLst>
            </a:custGeom>
            <a:solidFill>
              <a:srgbClr val="F754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4252516" y="680375"/>
              <a:ext cx="657968" cy="747518"/>
            </a:xfrm>
            <a:custGeom>
              <a:avLst/>
              <a:gdLst/>
              <a:ahLst/>
              <a:cxnLst/>
              <a:rect l="l" t="t" r="r" b="b"/>
              <a:pathLst>
                <a:path w="21778" h="24742" extrusionOk="0">
                  <a:moveTo>
                    <a:pt x="20837" y="5537"/>
                  </a:moveTo>
                  <a:lnTo>
                    <a:pt x="11836" y="334"/>
                  </a:lnTo>
                  <a:cubicBezTo>
                    <a:pt x="11252" y="0"/>
                    <a:pt x="10526" y="0"/>
                    <a:pt x="9943" y="334"/>
                  </a:cubicBezTo>
                  <a:lnTo>
                    <a:pt x="941" y="5537"/>
                  </a:lnTo>
                  <a:cubicBezTo>
                    <a:pt x="358" y="5882"/>
                    <a:pt x="1" y="6501"/>
                    <a:pt x="1" y="7168"/>
                  </a:cubicBezTo>
                  <a:lnTo>
                    <a:pt x="1" y="17574"/>
                  </a:lnTo>
                  <a:cubicBezTo>
                    <a:pt x="1" y="18253"/>
                    <a:pt x="358" y="18872"/>
                    <a:pt x="941" y="19205"/>
                  </a:cubicBezTo>
                  <a:lnTo>
                    <a:pt x="9943" y="24408"/>
                  </a:lnTo>
                  <a:cubicBezTo>
                    <a:pt x="10526" y="24741"/>
                    <a:pt x="11252" y="24741"/>
                    <a:pt x="11836" y="24408"/>
                  </a:cubicBezTo>
                  <a:lnTo>
                    <a:pt x="20837" y="19205"/>
                  </a:lnTo>
                  <a:cubicBezTo>
                    <a:pt x="21420" y="18872"/>
                    <a:pt x="21777" y="18253"/>
                    <a:pt x="21777" y="17574"/>
                  </a:cubicBezTo>
                  <a:lnTo>
                    <a:pt x="21777" y="7168"/>
                  </a:lnTo>
                  <a:cubicBezTo>
                    <a:pt x="21777" y="6501"/>
                    <a:pt x="21420" y="5882"/>
                    <a:pt x="20837" y="5537"/>
                  </a:cubicBezTo>
                  <a:close/>
                </a:path>
              </a:pathLst>
            </a:custGeom>
            <a:solidFill>
              <a:srgbClr val="F754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4320509" y="759862"/>
              <a:ext cx="521981" cy="588630"/>
            </a:xfrm>
            <a:custGeom>
              <a:avLst/>
              <a:gdLst/>
              <a:ahLst/>
              <a:cxnLst/>
              <a:rect l="l" t="t" r="r" b="b"/>
              <a:pathLst>
                <a:path w="17277" h="19483" extrusionOk="0">
                  <a:moveTo>
                    <a:pt x="8638" y="1"/>
                  </a:moveTo>
                  <a:cubicBezTo>
                    <a:pt x="8373" y="1"/>
                    <a:pt x="8108" y="72"/>
                    <a:pt x="7870" y="215"/>
                  </a:cubicBezTo>
                  <a:lnTo>
                    <a:pt x="762" y="4311"/>
                  </a:lnTo>
                  <a:cubicBezTo>
                    <a:pt x="286" y="4585"/>
                    <a:pt x="0" y="5096"/>
                    <a:pt x="0" y="5644"/>
                  </a:cubicBezTo>
                  <a:lnTo>
                    <a:pt x="0" y="13836"/>
                  </a:lnTo>
                  <a:cubicBezTo>
                    <a:pt x="0" y="14395"/>
                    <a:pt x="286" y="14895"/>
                    <a:pt x="762" y="15181"/>
                  </a:cubicBezTo>
                  <a:lnTo>
                    <a:pt x="7870" y="19277"/>
                  </a:lnTo>
                  <a:cubicBezTo>
                    <a:pt x="8108" y="19414"/>
                    <a:pt x="8373" y="19482"/>
                    <a:pt x="8638" y="19482"/>
                  </a:cubicBezTo>
                  <a:cubicBezTo>
                    <a:pt x="8903" y="19482"/>
                    <a:pt x="9168" y="19414"/>
                    <a:pt x="9406" y="19277"/>
                  </a:cubicBezTo>
                  <a:lnTo>
                    <a:pt x="16502" y="15181"/>
                  </a:lnTo>
                  <a:cubicBezTo>
                    <a:pt x="16978" y="14895"/>
                    <a:pt x="17276" y="14395"/>
                    <a:pt x="17276" y="13836"/>
                  </a:cubicBezTo>
                  <a:lnTo>
                    <a:pt x="17276" y="5644"/>
                  </a:lnTo>
                  <a:cubicBezTo>
                    <a:pt x="17276" y="5096"/>
                    <a:pt x="16978" y="4585"/>
                    <a:pt x="16502" y="4311"/>
                  </a:cubicBezTo>
                  <a:lnTo>
                    <a:pt x="9406" y="215"/>
                  </a:lnTo>
                  <a:cubicBezTo>
                    <a:pt x="9168" y="72"/>
                    <a:pt x="8903" y="1"/>
                    <a:pt x="8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" name="Google Shape;132;p16"/>
            <p:cNvGrpSpPr/>
            <p:nvPr/>
          </p:nvGrpSpPr>
          <p:grpSpPr>
            <a:xfrm>
              <a:off x="4444610" y="882159"/>
              <a:ext cx="273780" cy="327013"/>
              <a:chOff x="4421985" y="882159"/>
              <a:chExt cx="273780" cy="327013"/>
            </a:xfrm>
          </p:grpSpPr>
          <p:sp>
            <p:nvSpPr>
              <p:cNvPr id="133" name="Google Shape;133;p16"/>
              <p:cNvSpPr/>
              <p:nvPr/>
            </p:nvSpPr>
            <p:spPr>
              <a:xfrm>
                <a:off x="4474688" y="952674"/>
                <a:ext cx="168374" cy="193541"/>
              </a:xfrm>
              <a:custGeom>
                <a:avLst/>
                <a:gdLst/>
                <a:ahLst/>
                <a:cxnLst/>
                <a:rect l="l" t="t" r="r" b="b"/>
                <a:pathLst>
                  <a:path w="5573" h="6406" extrusionOk="0">
                    <a:moveTo>
                      <a:pt x="2786" y="0"/>
                    </a:moveTo>
                    <a:cubicBezTo>
                      <a:pt x="1262" y="0"/>
                      <a:pt x="0" y="1251"/>
                      <a:pt x="0" y="2786"/>
                    </a:cubicBezTo>
                    <a:cubicBezTo>
                      <a:pt x="0" y="3584"/>
                      <a:pt x="357" y="4358"/>
                      <a:pt x="941" y="4870"/>
                    </a:cubicBezTo>
                    <a:cubicBezTo>
                      <a:pt x="1381" y="5311"/>
                      <a:pt x="1345" y="6251"/>
                      <a:pt x="1334" y="6263"/>
                    </a:cubicBezTo>
                    <a:cubicBezTo>
                      <a:pt x="1334" y="6311"/>
                      <a:pt x="1345" y="6334"/>
                      <a:pt x="1381" y="6370"/>
                    </a:cubicBezTo>
                    <a:cubicBezTo>
                      <a:pt x="1417" y="6406"/>
                      <a:pt x="1464" y="6406"/>
                      <a:pt x="1512" y="6406"/>
                    </a:cubicBezTo>
                    <a:lnTo>
                      <a:pt x="4060" y="6406"/>
                    </a:lnTo>
                    <a:cubicBezTo>
                      <a:pt x="4108" y="6406"/>
                      <a:pt x="4143" y="6406"/>
                      <a:pt x="4179" y="6370"/>
                    </a:cubicBezTo>
                    <a:cubicBezTo>
                      <a:pt x="4203" y="6346"/>
                      <a:pt x="4227" y="6311"/>
                      <a:pt x="4227" y="6251"/>
                    </a:cubicBezTo>
                    <a:cubicBezTo>
                      <a:pt x="4227" y="6239"/>
                      <a:pt x="4179" y="5311"/>
                      <a:pt x="4620" y="4870"/>
                    </a:cubicBezTo>
                    <a:cubicBezTo>
                      <a:pt x="4632" y="4858"/>
                      <a:pt x="4643" y="4846"/>
                      <a:pt x="4643" y="4846"/>
                    </a:cubicBezTo>
                    <a:cubicBezTo>
                      <a:pt x="5227" y="4310"/>
                      <a:pt x="5572" y="3560"/>
                      <a:pt x="5572" y="2786"/>
                    </a:cubicBezTo>
                    <a:cubicBezTo>
                      <a:pt x="5572" y="1251"/>
                      <a:pt x="4322" y="0"/>
                      <a:pt x="2786" y="0"/>
                    </a:cubicBezTo>
                    <a:close/>
                  </a:path>
                </a:pathLst>
              </a:custGeom>
              <a:solidFill>
                <a:srgbClr val="F754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6"/>
              <p:cNvSpPr/>
              <p:nvPr/>
            </p:nvSpPr>
            <p:spPr>
              <a:xfrm>
                <a:off x="4512634" y="1155183"/>
                <a:ext cx="92480" cy="22690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751" extrusionOk="0">
                    <a:moveTo>
                      <a:pt x="2643" y="1"/>
                    </a:moveTo>
                    <a:lnTo>
                      <a:pt x="417" y="1"/>
                    </a:lnTo>
                    <a:cubicBezTo>
                      <a:pt x="191" y="1"/>
                      <a:pt x="0" y="143"/>
                      <a:pt x="0" y="370"/>
                    </a:cubicBezTo>
                    <a:cubicBezTo>
                      <a:pt x="0" y="608"/>
                      <a:pt x="191" y="751"/>
                      <a:pt x="417" y="751"/>
                    </a:cubicBezTo>
                    <a:lnTo>
                      <a:pt x="2631" y="751"/>
                    </a:lnTo>
                    <a:cubicBezTo>
                      <a:pt x="2870" y="751"/>
                      <a:pt x="3060" y="608"/>
                      <a:pt x="3060" y="370"/>
                    </a:cubicBezTo>
                    <a:cubicBezTo>
                      <a:pt x="3060" y="143"/>
                      <a:pt x="2870" y="1"/>
                      <a:pt x="2643" y="1"/>
                    </a:cubicBezTo>
                    <a:close/>
                  </a:path>
                </a:pathLst>
              </a:custGeom>
              <a:solidFill>
                <a:srgbClr val="F754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4522710" y="1186845"/>
                <a:ext cx="72329" cy="22327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739" extrusionOk="0">
                    <a:moveTo>
                      <a:pt x="1976" y="0"/>
                    </a:moveTo>
                    <a:lnTo>
                      <a:pt x="417" y="0"/>
                    </a:lnTo>
                    <a:cubicBezTo>
                      <a:pt x="191" y="0"/>
                      <a:pt x="0" y="131"/>
                      <a:pt x="0" y="369"/>
                    </a:cubicBezTo>
                    <a:cubicBezTo>
                      <a:pt x="0" y="596"/>
                      <a:pt x="191" y="739"/>
                      <a:pt x="417" y="739"/>
                    </a:cubicBezTo>
                    <a:lnTo>
                      <a:pt x="1976" y="739"/>
                    </a:lnTo>
                    <a:cubicBezTo>
                      <a:pt x="2203" y="739"/>
                      <a:pt x="2393" y="596"/>
                      <a:pt x="2393" y="369"/>
                    </a:cubicBezTo>
                    <a:cubicBezTo>
                      <a:pt x="2393" y="131"/>
                      <a:pt x="2203" y="0"/>
                      <a:pt x="1976" y="0"/>
                    </a:cubicBezTo>
                    <a:close/>
                  </a:path>
                </a:pathLst>
              </a:custGeom>
              <a:solidFill>
                <a:srgbClr val="F754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6" name="Google Shape;136;p16"/>
              <p:cNvGrpSpPr/>
              <p:nvPr/>
            </p:nvGrpSpPr>
            <p:grpSpPr>
              <a:xfrm>
                <a:off x="4421985" y="882159"/>
                <a:ext cx="273780" cy="105077"/>
                <a:chOff x="4498160" y="882159"/>
                <a:chExt cx="273780" cy="105077"/>
              </a:xfrm>
            </p:grpSpPr>
            <p:sp>
              <p:nvSpPr>
                <p:cNvPr id="137" name="Google Shape;137;p16"/>
                <p:cNvSpPr/>
                <p:nvPr/>
              </p:nvSpPr>
              <p:spPr>
                <a:xfrm>
                  <a:off x="4628010" y="882159"/>
                  <a:ext cx="13716" cy="45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4" h="1501" extrusionOk="0">
                      <a:moveTo>
                        <a:pt x="227" y="1501"/>
                      </a:moveTo>
                      <a:cubicBezTo>
                        <a:pt x="334" y="1501"/>
                        <a:pt x="453" y="1429"/>
                        <a:pt x="453" y="1334"/>
                      </a:cubicBezTo>
                      <a:lnTo>
                        <a:pt x="453" y="167"/>
                      </a:lnTo>
                      <a:cubicBezTo>
                        <a:pt x="453" y="84"/>
                        <a:pt x="322" y="1"/>
                        <a:pt x="227" y="1"/>
                      </a:cubicBezTo>
                      <a:cubicBezTo>
                        <a:pt x="144" y="1"/>
                        <a:pt x="1" y="84"/>
                        <a:pt x="1" y="167"/>
                      </a:cubicBezTo>
                      <a:lnTo>
                        <a:pt x="1" y="1334"/>
                      </a:lnTo>
                      <a:cubicBezTo>
                        <a:pt x="1" y="1429"/>
                        <a:pt x="144" y="1501"/>
                        <a:pt x="227" y="1501"/>
                      </a:cubicBezTo>
                      <a:close/>
                    </a:path>
                  </a:pathLst>
                </a:custGeom>
                <a:solidFill>
                  <a:srgbClr val="F7545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4692421" y="906268"/>
                  <a:ext cx="31300" cy="40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" h="1334" extrusionOk="0">
                      <a:moveTo>
                        <a:pt x="929" y="60"/>
                      </a:moveTo>
                      <a:cubicBezTo>
                        <a:pt x="846" y="0"/>
                        <a:pt x="750" y="36"/>
                        <a:pt x="703" y="108"/>
                      </a:cubicBezTo>
                      <a:lnTo>
                        <a:pt x="60" y="1060"/>
                      </a:lnTo>
                      <a:cubicBezTo>
                        <a:pt x="0" y="1143"/>
                        <a:pt x="24" y="1251"/>
                        <a:pt x="95" y="1310"/>
                      </a:cubicBezTo>
                      <a:cubicBezTo>
                        <a:pt x="131" y="1322"/>
                        <a:pt x="155" y="1334"/>
                        <a:pt x="191" y="1334"/>
                      </a:cubicBezTo>
                      <a:cubicBezTo>
                        <a:pt x="250" y="1334"/>
                        <a:pt x="298" y="1310"/>
                        <a:pt x="334" y="1251"/>
                      </a:cubicBezTo>
                      <a:lnTo>
                        <a:pt x="976" y="298"/>
                      </a:lnTo>
                      <a:cubicBezTo>
                        <a:pt x="1036" y="227"/>
                        <a:pt x="1012" y="120"/>
                        <a:pt x="929" y="60"/>
                      </a:cubicBezTo>
                      <a:close/>
                    </a:path>
                  </a:pathLst>
                </a:custGeom>
                <a:solidFill>
                  <a:srgbClr val="F7545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4548885" y="904818"/>
                  <a:ext cx="30605" cy="406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" h="1347" extrusionOk="0">
                      <a:moveTo>
                        <a:pt x="822" y="1346"/>
                      </a:moveTo>
                      <a:cubicBezTo>
                        <a:pt x="846" y="1346"/>
                        <a:pt x="882" y="1334"/>
                        <a:pt x="905" y="1311"/>
                      </a:cubicBezTo>
                      <a:cubicBezTo>
                        <a:pt x="989" y="1263"/>
                        <a:pt x="1013" y="1156"/>
                        <a:pt x="953" y="1072"/>
                      </a:cubicBezTo>
                      <a:lnTo>
                        <a:pt x="334" y="108"/>
                      </a:lnTo>
                      <a:cubicBezTo>
                        <a:pt x="286" y="25"/>
                        <a:pt x="179" y="1"/>
                        <a:pt x="96" y="48"/>
                      </a:cubicBezTo>
                      <a:cubicBezTo>
                        <a:pt x="12" y="108"/>
                        <a:pt x="1" y="215"/>
                        <a:pt x="48" y="298"/>
                      </a:cubicBezTo>
                      <a:lnTo>
                        <a:pt x="667" y="1263"/>
                      </a:lnTo>
                      <a:cubicBezTo>
                        <a:pt x="703" y="1322"/>
                        <a:pt x="763" y="1346"/>
                        <a:pt x="822" y="1346"/>
                      </a:cubicBezTo>
                      <a:close/>
                    </a:path>
                  </a:pathLst>
                </a:custGeom>
                <a:solidFill>
                  <a:srgbClr val="F7545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16"/>
                <p:cNvSpPr/>
                <p:nvPr/>
              </p:nvSpPr>
              <p:spPr>
                <a:xfrm>
                  <a:off x="4498160" y="959502"/>
                  <a:ext cx="42116" cy="27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4" h="918" extrusionOk="0">
                      <a:moveTo>
                        <a:pt x="1287" y="596"/>
                      </a:moveTo>
                      <a:lnTo>
                        <a:pt x="275" y="48"/>
                      </a:lnTo>
                      <a:cubicBezTo>
                        <a:pt x="191" y="1"/>
                        <a:pt x="84" y="36"/>
                        <a:pt x="48" y="120"/>
                      </a:cubicBezTo>
                      <a:cubicBezTo>
                        <a:pt x="1" y="191"/>
                        <a:pt x="25" y="310"/>
                        <a:pt x="120" y="346"/>
                      </a:cubicBezTo>
                      <a:lnTo>
                        <a:pt x="1132" y="894"/>
                      </a:lnTo>
                      <a:cubicBezTo>
                        <a:pt x="1156" y="905"/>
                        <a:pt x="1180" y="917"/>
                        <a:pt x="1203" y="917"/>
                      </a:cubicBezTo>
                      <a:cubicBezTo>
                        <a:pt x="1263" y="917"/>
                        <a:pt x="1322" y="882"/>
                        <a:pt x="1358" y="822"/>
                      </a:cubicBezTo>
                      <a:cubicBezTo>
                        <a:pt x="1394" y="751"/>
                        <a:pt x="1370" y="632"/>
                        <a:pt x="1287" y="596"/>
                      </a:cubicBezTo>
                      <a:close/>
                    </a:path>
                  </a:pathLst>
                </a:custGeom>
                <a:solidFill>
                  <a:srgbClr val="F7545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16"/>
                <p:cNvSpPr/>
                <p:nvPr/>
              </p:nvSpPr>
              <p:spPr>
                <a:xfrm>
                  <a:off x="4729461" y="959502"/>
                  <a:ext cx="42479" cy="27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" h="918" extrusionOk="0">
                      <a:moveTo>
                        <a:pt x="1370" y="120"/>
                      </a:moveTo>
                      <a:cubicBezTo>
                        <a:pt x="1322" y="36"/>
                        <a:pt x="1215" y="1"/>
                        <a:pt x="1132" y="48"/>
                      </a:cubicBezTo>
                      <a:lnTo>
                        <a:pt x="120" y="596"/>
                      </a:lnTo>
                      <a:cubicBezTo>
                        <a:pt x="36" y="632"/>
                        <a:pt x="1" y="751"/>
                        <a:pt x="48" y="822"/>
                      </a:cubicBezTo>
                      <a:cubicBezTo>
                        <a:pt x="72" y="882"/>
                        <a:pt x="131" y="917"/>
                        <a:pt x="191" y="917"/>
                      </a:cubicBezTo>
                      <a:cubicBezTo>
                        <a:pt x="227" y="917"/>
                        <a:pt x="251" y="905"/>
                        <a:pt x="274" y="894"/>
                      </a:cubicBezTo>
                      <a:lnTo>
                        <a:pt x="1298" y="346"/>
                      </a:lnTo>
                      <a:cubicBezTo>
                        <a:pt x="1382" y="310"/>
                        <a:pt x="1405" y="191"/>
                        <a:pt x="1370" y="120"/>
                      </a:cubicBezTo>
                      <a:close/>
                    </a:path>
                  </a:pathLst>
                </a:custGeom>
                <a:solidFill>
                  <a:srgbClr val="F7545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42" name="Google Shape;142;p16"/>
            <p:cNvSpPr txBox="1"/>
            <p:nvPr/>
          </p:nvSpPr>
          <p:spPr>
            <a:xfrm>
              <a:off x="3639200" y="2906750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The Kid LAROI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3639200" y="32536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Ajunge la a 10-a săptămână consecutiv pe locul 1 în Spotify Charts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4889886" y="1236425"/>
            <a:ext cx="1884600" cy="3226693"/>
            <a:chOff x="4904688" y="1236425"/>
            <a:chExt cx="1884600" cy="3226693"/>
          </a:xfrm>
        </p:grpSpPr>
        <p:sp>
          <p:nvSpPr>
            <p:cNvPr id="145" name="Google Shape;145;p16"/>
            <p:cNvSpPr/>
            <p:nvPr/>
          </p:nvSpPr>
          <p:spPr>
            <a:xfrm>
              <a:off x="5240976" y="2351932"/>
              <a:ext cx="1185659" cy="384212"/>
            </a:xfrm>
            <a:custGeom>
              <a:avLst/>
              <a:gdLst/>
              <a:ahLst/>
              <a:cxnLst/>
              <a:rect l="l" t="t" r="r" b="b"/>
              <a:pathLst>
                <a:path w="39244" h="12717" extrusionOk="0">
                  <a:moveTo>
                    <a:pt x="1417" y="1"/>
                  </a:moveTo>
                  <a:cubicBezTo>
                    <a:pt x="631" y="1"/>
                    <a:pt x="0" y="632"/>
                    <a:pt x="0" y="1406"/>
                  </a:cubicBezTo>
                  <a:lnTo>
                    <a:pt x="0" y="5037"/>
                  </a:lnTo>
                  <a:lnTo>
                    <a:pt x="1310" y="6359"/>
                  </a:lnTo>
                  <a:lnTo>
                    <a:pt x="0" y="7668"/>
                  </a:lnTo>
                  <a:lnTo>
                    <a:pt x="0" y="11300"/>
                  </a:lnTo>
                  <a:cubicBezTo>
                    <a:pt x="0" y="12073"/>
                    <a:pt x="631" y="12716"/>
                    <a:pt x="1417" y="12716"/>
                  </a:cubicBezTo>
                  <a:lnTo>
                    <a:pt x="36517" y="12716"/>
                  </a:lnTo>
                  <a:cubicBezTo>
                    <a:pt x="37302" y="12716"/>
                    <a:pt x="37934" y="12073"/>
                    <a:pt x="37934" y="11300"/>
                  </a:cubicBezTo>
                  <a:lnTo>
                    <a:pt x="37934" y="7668"/>
                  </a:lnTo>
                  <a:lnTo>
                    <a:pt x="39243" y="6359"/>
                  </a:lnTo>
                  <a:lnTo>
                    <a:pt x="37934" y="5037"/>
                  </a:lnTo>
                  <a:lnTo>
                    <a:pt x="37934" y="1406"/>
                  </a:lnTo>
                  <a:cubicBezTo>
                    <a:pt x="37934" y="632"/>
                    <a:pt x="37302" y="1"/>
                    <a:pt x="36517" y="1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23.09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46" name="Google Shape;146;p16"/>
            <p:cNvGrpSpPr/>
            <p:nvPr/>
          </p:nvGrpSpPr>
          <p:grpSpPr>
            <a:xfrm>
              <a:off x="5824064" y="3003358"/>
              <a:ext cx="22690" cy="608315"/>
              <a:chOff x="5824064" y="3003358"/>
              <a:chExt cx="22690" cy="608315"/>
            </a:xfrm>
          </p:grpSpPr>
          <p:sp>
            <p:nvSpPr>
              <p:cNvPr id="147" name="Google Shape;147;p16"/>
              <p:cNvSpPr/>
              <p:nvPr/>
            </p:nvSpPr>
            <p:spPr>
              <a:xfrm>
                <a:off x="5824064" y="3081788"/>
                <a:ext cx="22690" cy="60818"/>
              </a:xfrm>
              <a:custGeom>
                <a:avLst/>
                <a:gdLst/>
                <a:ahLst/>
                <a:cxnLst/>
                <a:rect l="l" t="t" r="r" b="b"/>
                <a:pathLst>
                  <a:path w="751" h="2013" extrusionOk="0">
                    <a:moveTo>
                      <a:pt x="381" y="0"/>
                    </a:moveTo>
                    <a:cubicBezTo>
                      <a:pt x="310" y="0"/>
                      <a:pt x="238" y="36"/>
                      <a:pt x="179" y="84"/>
                    </a:cubicBezTo>
                    <a:lnTo>
                      <a:pt x="0" y="84"/>
                    </a:lnTo>
                    <a:lnTo>
                      <a:pt x="0" y="369"/>
                    </a:lnTo>
                    <a:lnTo>
                      <a:pt x="0" y="1024"/>
                    </a:lnTo>
                    <a:lnTo>
                      <a:pt x="0" y="1679"/>
                    </a:lnTo>
                    <a:lnTo>
                      <a:pt x="0" y="2012"/>
                    </a:lnTo>
                    <a:lnTo>
                      <a:pt x="750" y="2012"/>
                    </a:lnTo>
                    <a:lnTo>
                      <a:pt x="750" y="1524"/>
                    </a:lnTo>
                    <a:lnTo>
                      <a:pt x="750" y="869"/>
                    </a:lnTo>
                    <a:lnTo>
                      <a:pt x="750" y="215"/>
                    </a:lnTo>
                    <a:lnTo>
                      <a:pt x="750" y="84"/>
                    </a:lnTo>
                    <a:lnTo>
                      <a:pt x="584" y="84"/>
                    </a:lnTo>
                    <a:cubicBezTo>
                      <a:pt x="536" y="36"/>
                      <a:pt x="465" y="0"/>
                      <a:pt x="381" y="0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6"/>
              <p:cNvSpPr/>
              <p:nvPr/>
            </p:nvSpPr>
            <p:spPr>
              <a:xfrm>
                <a:off x="5824064" y="3551913"/>
                <a:ext cx="2269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78" extrusionOk="0">
                    <a:moveTo>
                      <a:pt x="0" y="1"/>
                    </a:moveTo>
                    <a:lnTo>
                      <a:pt x="0" y="501"/>
                    </a:lnTo>
                    <a:lnTo>
                      <a:pt x="0" y="1156"/>
                    </a:lnTo>
                    <a:lnTo>
                      <a:pt x="0" y="1811"/>
                    </a:lnTo>
                    <a:lnTo>
                      <a:pt x="0" y="1930"/>
                    </a:lnTo>
                    <a:lnTo>
                      <a:pt x="215" y="1930"/>
                    </a:lnTo>
                    <a:cubicBezTo>
                      <a:pt x="262" y="1965"/>
                      <a:pt x="322" y="1977"/>
                      <a:pt x="381" y="1977"/>
                    </a:cubicBezTo>
                    <a:cubicBezTo>
                      <a:pt x="441" y="1977"/>
                      <a:pt x="500" y="1965"/>
                      <a:pt x="548" y="1930"/>
                    </a:cubicBezTo>
                    <a:lnTo>
                      <a:pt x="750" y="1930"/>
                    </a:lnTo>
                    <a:lnTo>
                      <a:pt x="750" y="1656"/>
                    </a:lnTo>
                    <a:lnTo>
                      <a:pt x="750" y="1001"/>
                    </a:lnTo>
                    <a:lnTo>
                      <a:pt x="750" y="346"/>
                    </a:lnTo>
                    <a:lnTo>
                      <a:pt x="750" y="1"/>
                    </a:ln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6"/>
              <p:cNvSpPr/>
              <p:nvPr/>
            </p:nvSpPr>
            <p:spPr>
              <a:xfrm>
                <a:off x="5824064" y="3474239"/>
                <a:ext cx="22690" cy="59730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77" extrusionOk="0">
                    <a:moveTo>
                      <a:pt x="381" y="0"/>
                    </a:moveTo>
                    <a:cubicBezTo>
                      <a:pt x="334" y="0"/>
                      <a:pt x="274" y="12"/>
                      <a:pt x="238" y="36"/>
                    </a:cubicBezTo>
                    <a:lnTo>
                      <a:pt x="0" y="36"/>
                    </a:lnTo>
                    <a:lnTo>
                      <a:pt x="0" y="464"/>
                    </a:lnTo>
                    <a:lnTo>
                      <a:pt x="0" y="1119"/>
                    </a:lnTo>
                    <a:lnTo>
                      <a:pt x="0" y="1762"/>
                    </a:lnTo>
                    <a:lnTo>
                      <a:pt x="0" y="1976"/>
                    </a:lnTo>
                    <a:lnTo>
                      <a:pt x="750" y="1976"/>
                    </a:lnTo>
                    <a:lnTo>
                      <a:pt x="750" y="1619"/>
                    </a:lnTo>
                    <a:lnTo>
                      <a:pt x="750" y="964"/>
                    </a:lnTo>
                    <a:lnTo>
                      <a:pt x="750" y="310"/>
                    </a:lnTo>
                    <a:lnTo>
                      <a:pt x="750" y="36"/>
                    </a:lnTo>
                    <a:lnTo>
                      <a:pt x="536" y="36"/>
                    </a:lnTo>
                    <a:cubicBezTo>
                      <a:pt x="488" y="12"/>
                      <a:pt x="441" y="0"/>
                      <a:pt x="381" y="0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6"/>
              <p:cNvSpPr/>
              <p:nvPr/>
            </p:nvSpPr>
            <p:spPr>
              <a:xfrm>
                <a:off x="5824064" y="3394359"/>
                <a:ext cx="22690" cy="60485"/>
              </a:xfrm>
              <a:custGeom>
                <a:avLst/>
                <a:gdLst/>
                <a:ahLst/>
                <a:cxnLst/>
                <a:rect l="l" t="t" r="r" b="b"/>
                <a:pathLst>
                  <a:path w="751" h="2002" extrusionOk="0">
                    <a:moveTo>
                      <a:pt x="0" y="1"/>
                    </a:moveTo>
                    <a:lnTo>
                      <a:pt x="0" y="489"/>
                    </a:lnTo>
                    <a:lnTo>
                      <a:pt x="0" y="1144"/>
                    </a:lnTo>
                    <a:lnTo>
                      <a:pt x="0" y="1799"/>
                    </a:lnTo>
                    <a:lnTo>
                      <a:pt x="0" y="1942"/>
                    </a:lnTo>
                    <a:lnTo>
                      <a:pt x="191" y="1942"/>
                    </a:lnTo>
                    <a:cubicBezTo>
                      <a:pt x="238" y="1977"/>
                      <a:pt x="310" y="2001"/>
                      <a:pt x="381" y="2001"/>
                    </a:cubicBezTo>
                    <a:cubicBezTo>
                      <a:pt x="453" y="2001"/>
                      <a:pt x="524" y="1977"/>
                      <a:pt x="572" y="1942"/>
                    </a:cubicBezTo>
                    <a:lnTo>
                      <a:pt x="750" y="1942"/>
                    </a:lnTo>
                    <a:lnTo>
                      <a:pt x="750" y="1644"/>
                    </a:lnTo>
                    <a:lnTo>
                      <a:pt x="750" y="989"/>
                    </a:lnTo>
                    <a:lnTo>
                      <a:pt x="750" y="334"/>
                    </a:lnTo>
                    <a:lnTo>
                      <a:pt x="750" y="1"/>
                    </a:ln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6"/>
              <p:cNvSpPr/>
              <p:nvPr/>
            </p:nvSpPr>
            <p:spPr>
              <a:xfrm>
                <a:off x="5824064" y="3317379"/>
                <a:ext cx="22690" cy="59035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54" extrusionOk="0">
                    <a:moveTo>
                      <a:pt x="381" y="1"/>
                    </a:moveTo>
                    <a:cubicBezTo>
                      <a:pt x="346" y="1"/>
                      <a:pt x="298" y="1"/>
                      <a:pt x="262" y="25"/>
                    </a:cubicBezTo>
                    <a:lnTo>
                      <a:pt x="0" y="25"/>
                    </a:lnTo>
                    <a:lnTo>
                      <a:pt x="0" y="418"/>
                    </a:lnTo>
                    <a:lnTo>
                      <a:pt x="0" y="1072"/>
                    </a:lnTo>
                    <a:lnTo>
                      <a:pt x="0" y="1727"/>
                    </a:lnTo>
                    <a:lnTo>
                      <a:pt x="0" y="1954"/>
                    </a:lnTo>
                    <a:lnTo>
                      <a:pt x="750" y="1954"/>
                    </a:lnTo>
                    <a:lnTo>
                      <a:pt x="750" y="1573"/>
                    </a:lnTo>
                    <a:lnTo>
                      <a:pt x="750" y="918"/>
                    </a:lnTo>
                    <a:lnTo>
                      <a:pt x="750" y="263"/>
                    </a:lnTo>
                    <a:lnTo>
                      <a:pt x="750" y="25"/>
                    </a:lnTo>
                    <a:lnTo>
                      <a:pt x="500" y="25"/>
                    </a:lnTo>
                    <a:cubicBezTo>
                      <a:pt x="465" y="1"/>
                      <a:pt x="429" y="1"/>
                      <a:pt x="381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6"/>
              <p:cNvSpPr/>
              <p:nvPr/>
            </p:nvSpPr>
            <p:spPr>
              <a:xfrm>
                <a:off x="5824064" y="3237167"/>
                <a:ext cx="22690" cy="62993"/>
              </a:xfrm>
              <a:custGeom>
                <a:avLst/>
                <a:gdLst/>
                <a:ahLst/>
                <a:cxnLst/>
                <a:rect l="l" t="t" r="r" b="b"/>
                <a:pathLst>
                  <a:path w="751" h="2085" extrusionOk="0">
                    <a:moveTo>
                      <a:pt x="0" y="1"/>
                    </a:moveTo>
                    <a:lnTo>
                      <a:pt x="0" y="453"/>
                    </a:lnTo>
                    <a:lnTo>
                      <a:pt x="0" y="1108"/>
                    </a:lnTo>
                    <a:lnTo>
                      <a:pt x="0" y="1763"/>
                    </a:lnTo>
                    <a:lnTo>
                      <a:pt x="0" y="2084"/>
                    </a:lnTo>
                    <a:lnTo>
                      <a:pt x="750" y="2084"/>
                    </a:lnTo>
                    <a:lnTo>
                      <a:pt x="750" y="1608"/>
                    </a:lnTo>
                    <a:lnTo>
                      <a:pt x="750" y="953"/>
                    </a:lnTo>
                    <a:lnTo>
                      <a:pt x="750" y="298"/>
                    </a:lnTo>
                    <a:lnTo>
                      <a:pt x="750" y="1"/>
                    </a:ln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6"/>
              <p:cNvSpPr/>
              <p:nvPr/>
            </p:nvSpPr>
            <p:spPr>
              <a:xfrm>
                <a:off x="5824064" y="3160187"/>
                <a:ext cx="22690" cy="59398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66" extrusionOk="0">
                    <a:moveTo>
                      <a:pt x="381" y="1"/>
                    </a:moveTo>
                    <a:cubicBezTo>
                      <a:pt x="357" y="1"/>
                      <a:pt x="334" y="13"/>
                      <a:pt x="322" y="13"/>
                    </a:cubicBezTo>
                    <a:lnTo>
                      <a:pt x="0" y="13"/>
                    </a:lnTo>
                    <a:lnTo>
                      <a:pt x="0" y="394"/>
                    </a:lnTo>
                    <a:lnTo>
                      <a:pt x="0" y="1049"/>
                    </a:lnTo>
                    <a:lnTo>
                      <a:pt x="0" y="1692"/>
                    </a:lnTo>
                    <a:lnTo>
                      <a:pt x="0" y="1953"/>
                    </a:lnTo>
                    <a:lnTo>
                      <a:pt x="298" y="1953"/>
                    </a:lnTo>
                    <a:cubicBezTo>
                      <a:pt x="322" y="1953"/>
                      <a:pt x="357" y="1965"/>
                      <a:pt x="381" y="1965"/>
                    </a:cubicBezTo>
                    <a:cubicBezTo>
                      <a:pt x="417" y="1965"/>
                      <a:pt x="441" y="1953"/>
                      <a:pt x="465" y="1953"/>
                    </a:cubicBezTo>
                    <a:lnTo>
                      <a:pt x="750" y="1953"/>
                    </a:lnTo>
                    <a:lnTo>
                      <a:pt x="750" y="1549"/>
                    </a:lnTo>
                    <a:lnTo>
                      <a:pt x="750" y="894"/>
                    </a:lnTo>
                    <a:lnTo>
                      <a:pt x="750" y="239"/>
                    </a:lnTo>
                    <a:lnTo>
                      <a:pt x="750" y="13"/>
                    </a:lnTo>
                    <a:lnTo>
                      <a:pt x="441" y="13"/>
                    </a:lnTo>
                    <a:cubicBezTo>
                      <a:pt x="429" y="13"/>
                      <a:pt x="405" y="1"/>
                      <a:pt x="381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6"/>
              <p:cNvSpPr/>
              <p:nvPr/>
            </p:nvSpPr>
            <p:spPr>
              <a:xfrm>
                <a:off x="5824064" y="3003358"/>
                <a:ext cx="22690" cy="59035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54" extrusionOk="0">
                    <a:moveTo>
                      <a:pt x="0" y="1"/>
                    </a:moveTo>
                    <a:lnTo>
                      <a:pt x="0" y="346"/>
                    </a:lnTo>
                    <a:lnTo>
                      <a:pt x="0" y="1001"/>
                    </a:lnTo>
                    <a:lnTo>
                      <a:pt x="0" y="1656"/>
                    </a:lnTo>
                    <a:lnTo>
                      <a:pt x="0" y="1930"/>
                    </a:lnTo>
                    <a:lnTo>
                      <a:pt x="250" y="1930"/>
                    </a:lnTo>
                    <a:cubicBezTo>
                      <a:pt x="286" y="1953"/>
                      <a:pt x="334" y="1953"/>
                      <a:pt x="381" y="1953"/>
                    </a:cubicBezTo>
                    <a:cubicBezTo>
                      <a:pt x="429" y="1953"/>
                      <a:pt x="476" y="1953"/>
                      <a:pt x="512" y="1930"/>
                    </a:cubicBezTo>
                    <a:lnTo>
                      <a:pt x="750" y="1930"/>
                    </a:lnTo>
                    <a:lnTo>
                      <a:pt x="750" y="1501"/>
                    </a:lnTo>
                    <a:lnTo>
                      <a:pt x="750" y="846"/>
                    </a:lnTo>
                    <a:lnTo>
                      <a:pt x="750" y="191"/>
                    </a:lnTo>
                    <a:lnTo>
                      <a:pt x="750" y="1"/>
                    </a:ln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5" name="Google Shape;155;p16"/>
            <p:cNvSpPr/>
            <p:nvPr/>
          </p:nvSpPr>
          <p:spPr>
            <a:xfrm>
              <a:off x="5787719" y="2876740"/>
              <a:ext cx="95713" cy="95713"/>
            </a:xfrm>
            <a:custGeom>
              <a:avLst/>
              <a:gdLst/>
              <a:ahLst/>
              <a:cxnLst/>
              <a:rect l="l" t="t" r="r" b="b"/>
              <a:pathLst>
                <a:path w="3168" h="3168" extrusionOk="0">
                  <a:moveTo>
                    <a:pt x="1584" y="1"/>
                  </a:moveTo>
                  <a:cubicBezTo>
                    <a:pt x="715" y="1"/>
                    <a:pt x="1" y="715"/>
                    <a:pt x="1" y="1584"/>
                  </a:cubicBezTo>
                  <a:cubicBezTo>
                    <a:pt x="1" y="2465"/>
                    <a:pt x="715" y="3168"/>
                    <a:pt x="1584" y="3168"/>
                  </a:cubicBezTo>
                  <a:cubicBezTo>
                    <a:pt x="2465" y="3168"/>
                    <a:pt x="3168" y="2465"/>
                    <a:pt x="3168" y="1584"/>
                  </a:cubicBezTo>
                  <a:cubicBezTo>
                    <a:pt x="3168" y="715"/>
                    <a:pt x="2465" y="1"/>
                    <a:pt x="1584" y="1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5506447" y="3720978"/>
              <a:ext cx="658300" cy="742140"/>
            </a:xfrm>
            <a:custGeom>
              <a:avLst/>
              <a:gdLst/>
              <a:ahLst/>
              <a:cxnLst/>
              <a:rect l="l" t="t" r="r" b="b"/>
              <a:pathLst>
                <a:path w="21789" h="24564" extrusionOk="0">
                  <a:moveTo>
                    <a:pt x="10894" y="1"/>
                  </a:moveTo>
                  <a:cubicBezTo>
                    <a:pt x="10570" y="1"/>
                    <a:pt x="10245" y="84"/>
                    <a:pt x="9954" y="251"/>
                  </a:cubicBezTo>
                  <a:lnTo>
                    <a:pt x="941" y="5454"/>
                  </a:lnTo>
                  <a:cubicBezTo>
                    <a:pt x="357" y="5787"/>
                    <a:pt x="0" y="6406"/>
                    <a:pt x="0" y="7085"/>
                  </a:cubicBezTo>
                  <a:lnTo>
                    <a:pt x="0" y="17479"/>
                  </a:lnTo>
                  <a:cubicBezTo>
                    <a:pt x="0" y="18158"/>
                    <a:pt x="357" y="18777"/>
                    <a:pt x="941" y="19110"/>
                  </a:cubicBezTo>
                  <a:lnTo>
                    <a:pt x="9954" y="24313"/>
                  </a:lnTo>
                  <a:cubicBezTo>
                    <a:pt x="10245" y="24480"/>
                    <a:pt x="10570" y="24563"/>
                    <a:pt x="10894" y="24563"/>
                  </a:cubicBezTo>
                  <a:cubicBezTo>
                    <a:pt x="11219" y="24563"/>
                    <a:pt x="11543" y="24480"/>
                    <a:pt x="11835" y="24313"/>
                  </a:cubicBezTo>
                  <a:lnTo>
                    <a:pt x="20848" y="19110"/>
                  </a:lnTo>
                  <a:cubicBezTo>
                    <a:pt x="21431" y="18777"/>
                    <a:pt x="21788" y="18158"/>
                    <a:pt x="21788" y="17479"/>
                  </a:cubicBezTo>
                  <a:lnTo>
                    <a:pt x="21788" y="7085"/>
                  </a:lnTo>
                  <a:cubicBezTo>
                    <a:pt x="21788" y="6406"/>
                    <a:pt x="21431" y="5787"/>
                    <a:pt x="20848" y="5454"/>
                  </a:cubicBezTo>
                  <a:lnTo>
                    <a:pt x="11835" y="251"/>
                  </a:lnTo>
                  <a:cubicBezTo>
                    <a:pt x="11543" y="84"/>
                    <a:pt x="11219" y="1"/>
                    <a:pt x="10894" y="1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5574424" y="3797867"/>
              <a:ext cx="522344" cy="588358"/>
            </a:xfrm>
            <a:custGeom>
              <a:avLst/>
              <a:gdLst/>
              <a:ahLst/>
              <a:cxnLst/>
              <a:rect l="l" t="t" r="r" b="b"/>
              <a:pathLst>
                <a:path w="17289" h="19474" extrusionOk="0">
                  <a:moveTo>
                    <a:pt x="8644" y="1"/>
                  </a:moveTo>
                  <a:cubicBezTo>
                    <a:pt x="8376" y="1"/>
                    <a:pt x="8108" y="69"/>
                    <a:pt x="7870" y="206"/>
                  </a:cubicBezTo>
                  <a:lnTo>
                    <a:pt x="774" y="4302"/>
                  </a:lnTo>
                  <a:cubicBezTo>
                    <a:pt x="298" y="4576"/>
                    <a:pt x="0" y="5088"/>
                    <a:pt x="0" y="5635"/>
                  </a:cubicBezTo>
                  <a:lnTo>
                    <a:pt x="0" y="13839"/>
                  </a:lnTo>
                  <a:cubicBezTo>
                    <a:pt x="0" y="14386"/>
                    <a:pt x="298" y="14898"/>
                    <a:pt x="774" y="15172"/>
                  </a:cubicBezTo>
                  <a:lnTo>
                    <a:pt x="7870" y="19268"/>
                  </a:lnTo>
                  <a:cubicBezTo>
                    <a:pt x="8108" y="19405"/>
                    <a:pt x="8376" y="19473"/>
                    <a:pt x="8644" y="19473"/>
                  </a:cubicBezTo>
                  <a:cubicBezTo>
                    <a:pt x="8912" y="19473"/>
                    <a:pt x="9180" y="19405"/>
                    <a:pt x="9418" y="19268"/>
                  </a:cubicBezTo>
                  <a:lnTo>
                    <a:pt x="16514" y="15172"/>
                  </a:lnTo>
                  <a:cubicBezTo>
                    <a:pt x="16991" y="14898"/>
                    <a:pt x="17288" y="14386"/>
                    <a:pt x="17288" y="13839"/>
                  </a:cubicBezTo>
                  <a:lnTo>
                    <a:pt x="17288" y="5635"/>
                  </a:lnTo>
                  <a:cubicBezTo>
                    <a:pt x="17288" y="5088"/>
                    <a:pt x="16991" y="4576"/>
                    <a:pt x="16514" y="4302"/>
                  </a:cubicBezTo>
                  <a:lnTo>
                    <a:pt x="9418" y="206"/>
                  </a:lnTo>
                  <a:cubicBezTo>
                    <a:pt x="9180" y="69"/>
                    <a:pt x="8912" y="1"/>
                    <a:pt x="8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" name="Google Shape;158;p16"/>
            <p:cNvGrpSpPr/>
            <p:nvPr/>
          </p:nvGrpSpPr>
          <p:grpSpPr>
            <a:xfrm>
              <a:off x="5697446" y="3993639"/>
              <a:ext cx="275865" cy="196802"/>
              <a:chOff x="5697446" y="3993639"/>
              <a:chExt cx="275865" cy="196802"/>
            </a:xfrm>
          </p:grpSpPr>
          <p:sp>
            <p:nvSpPr>
              <p:cNvPr id="159" name="Google Shape;159;p16"/>
              <p:cNvSpPr/>
              <p:nvPr/>
            </p:nvSpPr>
            <p:spPr>
              <a:xfrm>
                <a:off x="5877659" y="4017386"/>
                <a:ext cx="65138" cy="84565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799" extrusionOk="0">
                    <a:moveTo>
                      <a:pt x="1000" y="0"/>
                    </a:moveTo>
                    <a:cubicBezTo>
                      <a:pt x="750" y="0"/>
                      <a:pt x="548" y="48"/>
                      <a:pt x="381" y="131"/>
                    </a:cubicBezTo>
                    <a:cubicBezTo>
                      <a:pt x="429" y="358"/>
                      <a:pt x="441" y="596"/>
                      <a:pt x="441" y="810"/>
                    </a:cubicBezTo>
                    <a:cubicBezTo>
                      <a:pt x="441" y="1251"/>
                      <a:pt x="310" y="1679"/>
                      <a:pt x="48" y="2013"/>
                    </a:cubicBezTo>
                    <a:cubicBezTo>
                      <a:pt x="36" y="2036"/>
                      <a:pt x="12" y="2060"/>
                      <a:pt x="0" y="2072"/>
                    </a:cubicBezTo>
                    <a:cubicBezTo>
                      <a:pt x="203" y="2501"/>
                      <a:pt x="572" y="2798"/>
                      <a:pt x="1000" y="2798"/>
                    </a:cubicBezTo>
                    <a:cubicBezTo>
                      <a:pt x="1346" y="2798"/>
                      <a:pt x="1643" y="2620"/>
                      <a:pt x="1858" y="2346"/>
                    </a:cubicBezTo>
                    <a:cubicBezTo>
                      <a:pt x="2036" y="2096"/>
                      <a:pt x="2155" y="1763"/>
                      <a:pt x="2155" y="1405"/>
                    </a:cubicBezTo>
                    <a:cubicBezTo>
                      <a:pt x="2155" y="953"/>
                      <a:pt x="2096" y="548"/>
                      <a:pt x="1858" y="286"/>
                    </a:cubicBezTo>
                    <a:cubicBezTo>
                      <a:pt x="1679" y="108"/>
                      <a:pt x="1417" y="0"/>
                      <a:pt x="1000" y="0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6"/>
              <p:cNvSpPr/>
              <p:nvPr/>
            </p:nvSpPr>
            <p:spPr>
              <a:xfrm>
                <a:off x="5897810" y="4105151"/>
                <a:ext cx="75501" cy="85290"/>
              </a:xfrm>
              <a:custGeom>
                <a:avLst/>
                <a:gdLst/>
                <a:ahLst/>
                <a:cxnLst/>
                <a:rect l="l" t="t" r="r" b="b"/>
                <a:pathLst>
                  <a:path w="2499" h="2823" extrusionOk="0">
                    <a:moveTo>
                      <a:pt x="964" y="1"/>
                    </a:moveTo>
                    <a:cubicBezTo>
                      <a:pt x="964" y="1"/>
                      <a:pt x="881" y="143"/>
                      <a:pt x="655" y="203"/>
                    </a:cubicBezTo>
                    <a:cubicBezTo>
                      <a:pt x="893" y="596"/>
                      <a:pt x="988" y="1120"/>
                      <a:pt x="988" y="1858"/>
                    </a:cubicBezTo>
                    <a:cubicBezTo>
                      <a:pt x="988" y="1906"/>
                      <a:pt x="988" y="1929"/>
                      <a:pt x="988" y="1941"/>
                    </a:cubicBezTo>
                    <a:cubicBezTo>
                      <a:pt x="988" y="1953"/>
                      <a:pt x="988" y="1953"/>
                      <a:pt x="988" y="1965"/>
                    </a:cubicBezTo>
                    <a:lnTo>
                      <a:pt x="988" y="2084"/>
                    </a:lnTo>
                    <a:cubicBezTo>
                      <a:pt x="988" y="2120"/>
                      <a:pt x="953" y="2156"/>
                      <a:pt x="941" y="2191"/>
                    </a:cubicBezTo>
                    <a:cubicBezTo>
                      <a:pt x="917" y="2239"/>
                      <a:pt x="714" y="2572"/>
                      <a:pt x="0" y="2810"/>
                    </a:cubicBezTo>
                    <a:cubicBezTo>
                      <a:pt x="107" y="2822"/>
                      <a:pt x="214" y="2822"/>
                      <a:pt x="345" y="2822"/>
                    </a:cubicBezTo>
                    <a:cubicBezTo>
                      <a:pt x="679" y="2822"/>
                      <a:pt x="929" y="2798"/>
                      <a:pt x="1167" y="2763"/>
                    </a:cubicBezTo>
                    <a:cubicBezTo>
                      <a:pt x="2274" y="2608"/>
                      <a:pt x="2477" y="2179"/>
                      <a:pt x="2477" y="2179"/>
                    </a:cubicBezTo>
                    <a:lnTo>
                      <a:pt x="2477" y="2072"/>
                    </a:lnTo>
                    <a:cubicBezTo>
                      <a:pt x="2477" y="2074"/>
                      <a:pt x="2477" y="2075"/>
                      <a:pt x="2478" y="2075"/>
                    </a:cubicBezTo>
                    <a:cubicBezTo>
                      <a:pt x="2483" y="2075"/>
                      <a:pt x="2498" y="2047"/>
                      <a:pt x="2488" y="1977"/>
                    </a:cubicBezTo>
                    <a:cubicBezTo>
                      <a:pt x="2477" y="703"/>
                      <a:pt x="2322" y="298"/>
                      <a:pt x="1179" y="48"/>
                    </a:cubicBezTo>
                    <a:cubicBezTo>
                      <a:pt x="1107" y="36"/>
                      <a:pt x="1036" y="12"/>
                      <a:pt x="964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6"/>
              <p:cNvSpPr/>
              <p:nvPr/>
            </p:nvSpPr>
            <p:spPr>
              <a:xfrm>
                <a:off x="5697446" y="4105151"/>
                <a:ext cx="75924" cy="85290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2823" extrusionOk="0">
                    <a:moveTo>
                      <a:pt x="1548" y="1"/>
                    </a:moveTo>
                    <a:cubicBezTo>
                      <a:pt x="215" y="239"/>
                      <a:pt x="24" y="620"/>
                      <a:pt x="0" y="1929"/>
                    </a:cubicBezTo>
                    <a:cubicBezTo>
                      <a:pt x="0" y="2016"/>
                      <a:pt x="0" y="2040"/>
                      <a:pt x="0" y="2040"/>
                    </a:cubicBezTo>
                    <a:cubicBezTo>
                      <a:pt x="0" y="2064"/>
                      <a:pt x="0" y="2100"/>
                      <a:pt x="0" y="2179"/>
                    </a:cubicBezTo>
                    <a:cubicBezTo>
                      <a:pt x="0" y="2179"/>
                      <a:pt x="322" y="2822"/>
                      <a:pt x="2179" y="2822"/>
                    </a:cubicBezTo>
                    <a:cubicBezTo>
                      <a:pt x="2298" y="2822"/>
                      <a:pt x="2405" y="2822"/>
                      <a:pt x="2512" y="2810"/>
                    </a:cubicBezTo>
                    <a:cubicBezTo>
                      <a:pt x="1810" y="2572"/>
                      <a:pt x="1596" y="2239"/>
                      <a:pt x="1572" y="2191"/>
                    </a:cubicBezTo>
                    <a:cubicBezTo>
                      <a:pt x="1548" y="2156"/>
                      <a:pt x="1512" y="2120"/>
                      <a:pt x="1512" y="2084"/>
                    </a:cubicBezTo>
                    <a:lnTo>
                      <a:pt x="1512" y="1929"/>
                    </a:lnTo>
                    <a:cubicBezTo>
                      <a:pt x="1512" y="1917"/>
                      <a:pt x="1548" y="1906"/>
                      <a:pt x="1548" y="1894"/>
                    </a:cubicBezTo>
                    <a:cubicBezTo>
                      <a:pt x="1548" y="1882"/>
                      <a:pt x="1560" y="1858"/>
                      <a:pt x="1560" y="1810"/>
                    </a:cubicBezTo>
                    <a:cubicBezTo>
                      <a:pt x="1572" y="1072"/>
                      <a:pt x="1655" y="572"/>
                      <a:pt x="1881" y="203"/>
                    </a:cubicBezTo>
                    <a:cubicBezTo>
                      <a:pt x="1643" y="143"/>
                      <a:pt x="1548" y="1"/>
                      <a:pt x="1548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6"/>
              <p:cNvSpPr/>
              <p:nvPr/>
            </p:nvSpPr>
            <p:spPr>
              <a:xfrm>
                <a:off x="5795997" y="3993639"/>
                <a:ext cx="79157" cy="96438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3192" extrusionOk="0">
                    <a:moveTo>
                      <a:pt x="1310" y="1"/>
                    </a:moveTo>
                    <a:cubicBezTo>
                      <a:pt x="191" y="1"/>
                      <a:pt x="1" y="715"/>
                      <a:pt x="1" y="1596"/>
                    </a:cubicBezTo>
                    <a:cubicBezTo>
                      <a:pt x="1" y="2477"/>
                      <a:pt x="584" y="3191"/>
                      <a:pt x="1310" y="3191"/>
                    </a:cubicBezTo>
                    <a:cubicBezTo>
                      <a:pt x="1691" y="3191"/>
                      <a:pt x="2037" y="2989"/>
                      <a:pt x="2275" y="2668"/>
                    </a:cubicBezTo>
                    <a:cubicBezTo>
                      <a:pt x="2489" y="2382"/>
                      <a:pt x="2620" y="2013"/>
                      <a:pt x="2620" y="1596"/>
                    </a:cubicBezTo>
                    <a:cubicBezTo>
                      <a:pt x="2620" y="1084"/>
                      <a:pt x="2560" y="620"/>
                      <a:pt x="2275" y="334"/>
                    </a:cubicBezTo>
                    <a:cubicBezTo>
                      <a:pt x="2072" y="120"/>
                      <a:pt x="1775" y="1"/>
                      <a:pt x="1310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6"/>
              <p:cNvSpPr/>
              <p:nvPr/>
            </p:nvSpPr>
            <p:spPr>
              <a:xfrm>
                <a:off x="5760740" y="4093640"/>
                <a:ext cx="149310" cy="96801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3204" extrusionOk="0">
                    <a:moveTo>
                      <a:pt x="1763" y="1"/>
                    </a:moveTo>
                    <a:cubicBezTo>
                      <a:pt x="251" y="274"/>
                      <a:pt x="36" y="703"/>
                      <a:pt x="1" y="2191"/>
                    </a:cubicBezTo>
                    <a:cubicBezTo>
                      <a:pt x="1" y="2288"/>
                      <a:pt x="1" y="2314"/>
                      <a:pt x="1" y="2314"/>
                    </a:cubicBezTo>
                    <a:cubicBezTo>
                      <a:pt x="1" y="2339"/>
                      <a:pt x="1" y="2386"/>
                      <a:pt x="1" y="2465"/>
                    </a:cubicBezTo>
                    <a:cubicBezTo>
                      <a:pt x="1" y="2465"/>
                      <a:pt x="370" y="3203"/>
                      <a:pt x="2477" y="3203"/>
                    </a:cubicBezTo>
                    <a:cubicBezTo>
                      <a:pt x="2858" y="3203"/>
                      <a:pt x="3156" y="3179"/>
                      <a:pt x="3430" y="3144"/>
                    </a:cubicBezTo>
                    <a:cubicBezTo>
                      <a:pt x="4692" y="2965"/>
                      <a:pt x="4930" y="2465"/>
                      <a:pt x="4930" y="2465"/>
                    </a:cubicBezTo>
                    <a:lnTo>
                      <a:pt x="4930" y="2346"/>
                    </a:lnTo>
                    <a:cubicBezTo>
                      <a:pt x="4930" y="2348"/>
                      <a:pt x="4930" y="2350"/>
                      <a:pt x="4931" y="2350"/>
                    </a:cubicBezTo>
                    <a:cubicBezTo>
                      <a:pt x="4934" y="2350"/>
                      <a:pt x="4942" y="2325"/>
                      <a:pt x="4942" y="2239"/>
                    </a:cubicBezTo>
                    <a:cubicBezTo>
                      <a:pt x="4918" y="798"/>
                      <a:pt x="4739" y="322"/>
                      <a:pt x="3430" y="48"/>
                    </a:cubicBezTo>
                    <a:cubicBezTo>
                      <a:pt x="3358" y="24"/>
                      <a:pt x="3275" y="12"/>
                      <a:pt x="3192" y="1"/>
                    </a:cubicBezTo>
                    <a:cubicBezTo>
                      <a:pt x="3192" y="1"/>
                      <a:pt x="2977" y="274"/>
                      <a:pt x="2477" y="274"/>
                    </a:cubicBezTo>
                    <a:cubicBezTo>
                      <a:pt x="1977" y="274"/>
                      <a:pt x="1763" y="1"/>
                      <a:pt x="1763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6"/>
              <p:cNvSpPr/>
              <p:nvPr/>
            </p:nvSpPr>
            <p:spPr>
              <a:xfrm>
                <a:off x="5728383" y="4017386"/>
                <a:ext cx="65138" cy="84565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799" extrusionOk="0">
                    <a:moveTo>
                      <a:pt x="1155" y="0"/>
                    </a:moveTo>
                    <a:cubicBezTo>
                      <a:pt x="167" y="0"/>
                      <a:pt x="0" y="631"/>
                      <a:pt x="0" y="1405"/>
                    </a:cubicBezTo>
                    <a:cubicBezTo>
                      <a:pt x="0" y="2179"/>
                      <a:pt x="512" y="2798"/>
                      <a:pt x="1155" y="2798"/>
                    </a:cubicBezTo>
                    <a:cubicBezTo>
                      <a:pt x="1488" y="2798"/>
                      <a:pt x="1786" y="2620"/>
                      <a:pt x="2000" y="2346"/>
                    </a:cubicBezTo>
                    <a:cubicBezTo>
                      <a:pt x="2060" y="2263"/>
                      <a:pt x="2108" y="2179"/>
                      <a:pt x="2155" y="2072"/>
                    </a:cubicBezTo>
                    <a:cubicBezTo>
                      <a:pt x="1881" y="1751"/>
                      <a:pt x="1715" y="1298"/>
                      <a:pt x="1715" y="810"/>
                    </a:cubicBezTo>
                    <a:cubicBezTo>
                      <a:pt x="1715" y="584"/>
                      <a:pt x="1727" y="358"/>
                      <a:pt x="1774" y="131"/>
                    </a:cubicBezTo>
                    <a:cubicBezTo>
                      <a:pt x="1608" y="48"/>
                      <a:pt x="1417" y="0"/>
                      <a:pt x="1155" y="0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5" name="Google Shape;165;p16"/>
            <p:cNvSpPr txBox="1"/>
            <p:nvPr/>
          </p:nvSpPr>
          <p:spPr>
            <a:xfrm>
              <a:off x="4904688" y="123642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Drake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4904688" y="158327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Drake înregistrează un record de venituri ($2.54m)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7" name="Google Shape;167;p16"/>
          <p:cNvGrpSpPr/>
          <p:nvPr/>
        </p:nvGrpSpPr>
        <p:grpSpPr>
          <a:xfrm>
            <a:off x="2370349" y="1236775"/>
            <a:ext cx="1884600" cy="3225980"/>
            <a:chOff x="2385150" y="1236775"/>
            <a:chExt cx="1884600" cy="3225980"/>
          </a:xfrm>
        </p:grpSpPr>
        <p:sp>
          <p:nvSpPr>
            <p:cNvPr id="168" name="Google Shape;168;p16"/>
            <p:cNvSpPr/>
            <p:nvPr/>
          </p:nvSpPr>
          <p:spPr>
            <a:xfrm>
              <a:off x="2717375" y="2351932"/>
              <a:ext cx="1185659" cy="384212"/>
            </a:xfrm>
            <a:custGeom>
              <a:avLst/>
              <a:gdLst/>
              <a:ahLst/>
              <a:cxnLst/>
              <a:rect l="l" t="t" r="r" b="b"/>
              <a:pathLst>
                <a:path w="39244" h="12717" extrusionOk="0">
                  <a:moveTo>
                    <a:pt x="1417" y="1"/>
                  </a:moveTo>
                  <a:cubicBezTo>
                    <a:pt x="631" y="1"/>
                    <a:pt x="0" y="632"/>
                    <a:pt x="0" y="1406"/>
                  </a:cubicBezTo>
                  <a:lnTo>
                    <a:pt x="0" y="5037"/>
                  </a:lnTo>
                  <a:lnTo>
                    <a:pt x="1310" y="6359"/>
                  </a:lnTo>
                  <a:lnTo>
                    <a:pt x="0" y="7668"/>
                  </a:lnTo>
                  <a:lnTo>
                    <a:pt x="0" y="11300"/>
                  </a:lnTo>
                  <a:cubicBezTo>
                    <a:pt x="0" y="12073"/>
                    <a:pt x="631" y="12716"/>
                    <a:pt x="1417" y="12716"/>
                  </a:cubicBezTo>
                  <a:lnTo>
                    <a:pt x="36517" y="12716"/>
                  </a:lnTo>
                  <a:cubicBezTo>
                    <a:pt x="37302" y="12716"/>
                    <a:pt x="37934" y="12073"/>
                    <a:pt x="37934" y="11300"/>
                  </a:cubicBezTo>
                  <a:lnTo>
                    <a:pt x="37934" y="7668"/>
                  </a:lnTo>
                  <a:lnTo>
                    <a:pt x="39243" y="6359"/>
                  </a:lnTo>
                  <a:lnTo>
                    <a:pt x="37934" y="5037"/>
                  </a:lnTo>
                  <a:lnTo>
                    <a:pt x="37934" y="1406"/>
                  </a:lnTo>
                  <a:cubicBezTo>
                    <a:pt x="37934" y="632"/>
                    <a:pt x="37302" y="1"/>
                    <a:pt x="36517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9.09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69" name="Google Shape;169;p16"/>
            <p:cNvGrpSpPr/>
            <p:nvPr/>
          </p:nvGrpSpPr>
          <p:grpSpPr>
            <a:xfrm>
              <a:off x="3315568" y="3003358"/>
              <a:ext cx="22690" cy="608315"/>
              <a:chOff x="3315568" y="3003358"/>
              <a:chExt cx="22690" cy="608315"/>
            </a:xfrm>
          </p:grpSpPr>
          <p:sp>
            <p:nvSpPr>
              <p:cNvPr id="170" name="Google Shape;170;p16"/>
              <p:cNvSpPr/>
              <p:nvPr/>
            </p:nvSpPr>
            <p:spPr>
              <a:xfrm>
                <a:off x="3315568" y="3551913"/>
                <a:ext cx="2269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78" extrusionOk="0">
                    <a:moveTo>
                      <a:pt x="0" y="1"/>
                    </a:moveTo>
                    <a:lnTo>
                      <a:pt x="0" y="798"/>
                    </a:lnTo>
                    <a:lnTo>
                      <a:pt x="0" y="1656"/>
                    </a:lnTo>
                    <a:lnTo>
                      <a:pt x="0" y="1930"/>
                    </a:lnTo>
                    <a:lnTo>
                      <a:pt x="215" y="1930"/>
                    </a:lnTo>
                    <a:cubicBezTo>
                      <a:pt x="274" y="1965"/>
                      <a:pt x="322" y="1977"/>
                      <a:pt x="393" y="1977"/>
                    </a:cubicBezTo>
                    <a:cubicBezTo>
                      <a:pt x="453" y="1977"/>
                      <a:pt x="512" y="1965"/>
                      <a:pt x="560" y="1930"/>
                    </a:cubicBezTo>
                    <a:lnTo>
                      <a:pt x="750" y="1930"/>
                    </a:lnTo>
                    <a:lnTo>
                      <a:pt x="750" y="1251"/>
                    </a:lnTo>
                    <a:lnTo>
                      <a:pt x="750" y="394"/>
                    </a:lnTo>
                    <a:lnTo>
                      <a:pt x="750" y="1"/>
                    </a:ln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6"/>
              <p:cNvSpPr/>
              <p:nvPr/>
            </p:nvSpPr>
            <p:spPr>
              <a:xfrm>
                <a:off x="3315568" y="3474239"/>
                <a:ext cx="22690" cy="59730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77" extrusionOk="0">
                    <a:moveTo>
                      <a:pt x="393" y="0"/>
                    </a:moveTo>
                    <a:cubicBezTo>
                      <a:pt x="334" y="0"/>
                      <a:pt x="286" y="12"/>
                      <a:pt x="238" y="36"/>
                    </a:cubicBezTo>
                    <a:lnTo>
                      <a:pt x="0" y="36"/>
                    </a:lnTo>
                    <a:lnTo>
                      <a:pt x="0" y="798"/>
                    </a:lnTo>
                    <a:lnTo>
                      <a:pt x="0" y="1655"/>
                    </a:lnTo>
                    <a:lnTo>
                      <a:pt x="0" y="1976"/>
                    </a:lnTo>
                    <a:lnTo>
                      <a:pt x="750" y="1976"/>
                    </a:lnTo>
                    <a:lnTo>
                      <a:pt x="750" y="1250"/>
                    </a:lnTo>
                    <a:lnTo>
                      <a:pt x="750" y="393"/>
                    </a:lnTo>
                    <a:lnTo>
                      <a:pt x="750" y="36"/>
                    </a:lnTo>
                    <a:lnTo>
                      <a:pt x="536" y="36"/>
                    </a:lnTo>
                    <a:cubicBezTo>
                      <a:pt x="488" y="12"/>
                      <a:pt x="441" y="0"/>
                      <a:pt x="393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6"/>
              <p:cNvSpPr/>
              <p:nvPr/>
            </p:nvSpPr>
            <p:spPr>
              <a:xfrm>
                <a:off x="3315568" y="3394359"/>
                <a:ext cx="22690" cy="60485"/>
              </a:xfrm>
              <a:custGeom>
                <a:avLst/>
                <a:gdLst/>
                <a:ahLst/>
                <a:cxnLst/>
                <a:rect l="l" t="t" r="r" b="b"/>
                <a:pathLst>
                  <a:path w="751" h="2002" extrusionOk="0">
                    <a:moveTo>
                      <a:pt x="0" y="1"/>
                    </a:moveTo>
                    <a:lnTo>
                      <a:pt x="0" y="870"/>
                    </a:lnTo>
                    <a:lnTo>
                      <a:pt x="0" y="1727"/>
                    </a:lnTo>
                    <a:lnTo>
                      <a:pt x="0" y="1942"/>
                    </a:lnTo>
                    <a:lnTo>
                      <a:pt x="191" y="1942"/>
                    </a:lnTo>
                    <a:cubicBezTo>
                      <a:pt x="250" y="1977"/>
                      <a:pt x="322" y="2001"/>
                      <a:pt x="393" y="2001"/>
                    </a:cubicBezTo>
                    <a:cubicBezTo>
                      <a:pt x="465" y="2001"/>
                      <a:pt x="524" y="1977"/>
                      <a:pt x="584" y="1942"/>
                    </a:cubicBezTo>
                    <a:lnTo>
                      <a:pt x="750" y="1942"/>
                    </a:lnTo>
                    <a:lnTo>
                      <a:pt x="750" y="1322"/>
                    </a:lnTo>
                    <a:lnTo>
                      <a:pt x="750" y="465"/>
                    </a:lnTo>
                    <a:lnTo>
                      <a:pt x="750" y="1"/>
                    </a:ln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6"/>
              <p:cNvSpPr/>
              <p:nvPr/>
            </p:nvSpPr>
            <p:spPr>
              <a:xfrm>
                <a:off x="3315568" y="3317379"/>
                <a:ext cx="22690" cy="59035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54" extrusionOk="0">
                    <a:moveTo>
                      <a:pt x="393" y="1"/>
                    </a:moveTo>
                    <a:cubicBezTo>
                      <a:pt x="346" y="1"/>
                      <a:pt x="310" y="1"/>
                      <a:pt x="274" y="25"/>
                    </a:cubicBezTo>
                    <a:lnTo>
                      <a:pt x="0" y="25"/>
                    </a:lnTo>
                    <a:lnTo>
                      <a:pt x="0" y="846"/>
                    </a:lnTo>
                    <a:lnTo>
                      <a:pt x="0" y="1703"/>
                    </a:lnTo>
                    <a:lnTo>
                      <a:pt x="0" y="1954"/>
                    </a:lnTo>
                    <a:lnTo>
                      <a:pt x="750" y="1954"/>
                    </a:lnTo>
                    <a:lnTo>
                      <a:pt x="750" y="1299"/>
                    </a:lnTo>
                    <a:lnTo>
                      <a:pt x="750" y="441"/>
                    </a:lnTo>
                    <a:lnTo>
                      <a:pt x="750" y="25"/>
                    </a:lnTo>
                    <a:lnTo>
                      <a:pt x="500" y="25"/>
                    </a:lnTo>
                    <a:cubicBezTo>
                      <a:pt x="465" y="1"/>
                      <a:pt x="429" y="1"/>
                      <a:pt x="393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6"/>
              <p:cNvSpPr/>
              <p:nvPr/>
            </p:nvSpPr>
            <p:spPr>
              <a:xfrm>
                <a:off x="3315568" y="3237167"/>
                <a:ext cx="22690" cy="62993"/>
              </a:xfrm>
              <a:custGeom>
                <a:avLst/>
                <a:gdLst/>
                <a:ahLst/>
                <a:cxnLst/>
                <a:rect l="l" t="t" r="r" b="b"/>
                <a:pathLst>
                  <a:path w="751" h="2085" extrusionOk="0">
                    <a:moveTo>
                      <a:pt x="72" y="1"/>
                    </a:moveTo>
                    <a:lnTo>
                      <a:pt x="0" y="72"/>
                    </a:lnTo>
                    <a:lnTo>
                      <a:pt x="0" y="929"/>
                    </a:lnTo>
                    <a:lnTo>
                      <a:pt x="0" y="1787"/>
                    </a:lnTo>
                    <a:lnTo>
                      <a:pt x="0" y="2084"/>
                    </a:lnTo>
                    <a:lnTo>
                      <a:pt x="750" y="2084"/>
                    </a:lnTo>
                    <a:lnTo>
                      <a:pt x="750" y="1382"/>
                    </a:lnTo>
                    <a:lnTo>
                      <a:pt x="750" y="525"/>
                    </a:lnTo>
                    <a:lnTo>
                      <a:pt x="750" y="1"/>
                    </a:ln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6"/>
              <p:cNvSpPr/>
              <p:nvPr/>
            </p:nvSpPr>
            <p:spPr>
              <a:xfrm>
                <a:off x="3315568" y="3160187"/>
                <a:ext cx="22690" cy="59398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66" extrusionOk="0">
                    <a:moveTo>
                      <a:pt x="393" y="1"/>
                    </a:moveTo>
                    <a:cubicBezTo>
                      <a:pt x="369" y="1"/>
                      <a:pt x="346" y="13"/>
                      <a:pt x="322" y="13"/>
                    </a:cubicBezTo>
                    <a:lnTo>
                      <a:pt x="0" y="13"/>
                    </a:lnTo>
                    <a:lnTo>
                      <a:pt x="0" y="25"/>
                    </a:lnTo>
                    <a:lnTo>
                      <a:pt x="0" y="49"/>
                    </a:lnTo>
                    <a:lnTo>
                      <a:pt x="0" y="906"/>
                    </a:lnTo>
                    <a:lnTo>
                      <a:pt x="0" y="1763"/>
                    </a:lnTo>
                    <a:lnTo>
                      <a:pt x="0" y="1953"/>
                    </a:lnTo>
                    <a:lnTo>
                      <a:pt x="298" y="1953"/>
                    </a:lnTo>
                    <a:cubicBezTo>
                      <a:pt x="334" y="1953"/>
                      <a:pt x="357" y="1965"/>
                      <a:pt x="393" y="1965"/>
                    </a:cubicBezTo>
                    <a:cubicBezTo>
                      <a:pt x="417" y="1965"/>
                      <a:pt x="441" y="1953"/>
                      <a:pt x="477" y="1953"/>
                    </a:cubicBezTo>
                    <a:lnTo>
                      <a:pt x="750" y="1953"/>
                    </a:lnTo>
                    <a:lnTo>
                      <a:pt x="750" y="1358"/>
                    </a:lnTo>
                    <a:lnTo>
                      <a:pt x="750" y="501"/>
                    </a:lnTo>
                    <a:lnTo>
                      <a:pt x="750" y="13"/>
                    </a:lnTo>
                    <a:lnTo>
                      <a:pt x="453" y="13"/>
                    </a:lnTo>
                    <a:cubicBezTo>
                      <a:pt x="429" y="13"/>
                      <a:pt x="405" y="1"/>
                      <a:pt x="393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6"/>
              <p:cNvSpPr/>
              <p:nvPr/>
            </p:nvSpPr>
            <p:spPr>
              <a:xfrm>
                <a:off x="3315931" y="3081788"/>
                <a:ext cx="22327" cy="60818"/>
              </a:xfrm>
              <a:custGeom>
                <a:avLst/>
                <a:gdLst/>
                <a:ahLst/>
                <a:cxnLst/>
                <a:rect l="l" t="t" r="r" b="b"/>
                <a:pathLst>
                  <a:path w="739" h="2013" extrusionOk="0">
                    <a:moveTo>
                      <a:pt x="381" y="0"/>
                    </a:moveTo>
                    <a:cubicBezTo>
                      <a:pt x="298" y="0"/>
                      <a:pt x="226" y="36"/>
                      <a:pt x="167" y="84"/>
                    </a:cubicBezTo>
                    <a:lnTo>
                      <a:pt x="72" y="84"/>
                    </a:lnTo>
                    <a:lnTo>
                      <a:pt x="0" y="72"/>
                    </a:lnTo>
                    <a:lnTo>
                      <a:pt x="0" y="929"/>
                    </a:lnTo>
                    <a:lnTo>
                      <a:pt x="0" y="1786"/>
                    </a:lnTo>
                    <a:lnTo>
                      <a:pt x="0" y="2012"/>
                    </a:lnTo>
                    <a:lnTo>
                      <a:pt x="738" y="2012"/>
                    </a:lnTo>
                    <a:lnTo>
                      <a:pt x="738" y="1381"/>
                    </a:lnTo>
                    <a:lnTo>
                      <a:pt x="738" y="524"/>
                    </a:lnTo>
                    <a:lnTo>
                      <a:pt x="738" y="84"/>
                    </a:lnTo>
                    <a:lnTo>
                      <a:pt x="584" y="84"/>
                    </a:lnTo>
                    <a:cubicBezTo>
                      <a:pt x="524" y="36"/>
                      <a:pt x="453" y="0"/>
                      <a:pt x="381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6"/>
              <p:cNvSpPr/>
              <p:nvPr/>
            </p:nvSpPr>
            <p:spPr>
              <a:xfrm>
                <a:off x="3317351" y="3081788"/>
                <a:ext cx="755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25" h="72" extrusionOk="0">
                    <a:moveTo>
                      <a:pt x="1" y="0"/>
                    </a:moveTo>
                    <a:lnTo>
                      <a:pt x="1" y="72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6"/>
              <p:cNvSpPr/>
              <p:nvPr/>
            </p:nvSpPr>
            <p:spPr>
              <a:xfrm>
                <a:off x="3315568" y="3003358"/>
                <a:ext cx="22690" cy="59035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954" extrusionOk="0">
                    <a:moveTo>
                      <a:pt x="0" y="1"/>
                    </a:moveTo>
                    <a:lnTo>
                      <a:pt x="0" y="36"/>
                    </a:lnTo>
                    <a:lnTo>
                      <a:pt x="0" y="96"/>
                    </a:lnTo>
                    <a:lnTo>
                      <a:pt x="0" y="953"/>
                    </a:lnTo>
                    <a:lnTo>
                      <a:pt x="0" y="1811"/>
                    </a:lnTo>
                    <a:lnTo>
                      <a:pt x="0" y="1930"/>
                    </a:lnTo>
                    <a:lnTo>
                      <a:pt x="250" y="1930"/>
                    </a:lnTo>
                    <a:cubicBezTo>
                      <a:pt x="298" y="1953"/>
                      <a:pt x="346" y="1953"/>
                      <a:pt x="393" y="1953"/>
                    </a:cubicBezTo>
                    <a:cubicBezTo>
                      <a:pt x="441" y="1953"/>
                      <a:pt x="477" y="1953"/>
                      <a:pt x="524" y="1930"/>
                    </a:cubicBezTo>
                    <a:lnTo>
                      <a:pt x="750" y="1930"/>
                    </a:lnTo>
                    <a:lnTo>
                      <a:pt x="750" y="1406"/>
                    </a:lnTo>
                    <a:lnTo>
                      <a:pt x="750" y="548"/>
                    </a:lnTo>
                    <a:lnTo>
                      <a:pt x="750" y="1"/>
                    </a:ln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" name="Google Shape;179;p16"/>
            <p:cNvSpPr/>
            <p:nvPr/>
          </p:nvSpPr>
          <p:spPr>
            <a:xfrm>
              <a:off x="3279586" y="2876740"/>
              <a:ext cx="95713" cy="95713"/>
            </a:xfrm>
            <a:custGeom>
              <a:avLst/>
              <a:gdLst/>
              <a:ahLst/>
              <a:cxnLst/>
              <a:rect l="l" t="t" r="r" b="b"/>
              <a:pathLst>
                <a:path w="3168" h="3168" extrusionOk="0">
                  <a:moveTo>
                    <a:pt x="1584" y="1"/>
                  </a:moveTo>
                  <a:cubicBezTo>
                    <a:pt x="703" y="1"/>
                    <a:pt x="1" y="715"/>
                    <a:pt x="1" y="1584"/>
                  </a:cubicBezTo>
                  <a:cubicBezTo>
                    <a:pt x="1" y="2465"/>
                    <a:pt x="703" y="3168"/>
                    <a:pt x="1584" y="3168"/>
                  </a:cubicBezTo>
                  <a:cubicBezTo>
                    <a:pt x="2453" y="3168"/>
                    <a:pt x="3168" y="2465"/>
                    <a:pt x="3168" y="1584"/>
                  </a:cubicBezTo>
                  <a:cubicBezTo>
                    <a:pt x="3168" y="715"/>
                    <a:pt x="2453" y="1"/>
                    <a:pt x="1584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2992182" y="3720616"/>
              <a:ext cx="658300" cy="742140"/>
            </a:xfrm>
            <a:custGeom>
              <a:avLst/>
              <a:gdLst/>
              <a:ahLst/>
              <a:cxnLst/>
              <a:rect l="l" t="t" r="r" b="b"/>
              <a:pathLst>
                <a:path w="21789" h="24564" extrusionOk="0">
                  <a:moveTo>
                    <a:pt x="10895" y="1"/>
                  </a:moveTo>
                  <a:cubicBezTo>
                    <a:pt x="10570" y="1"/>
                    <a:pt x="10246" y="84"/>
                    <a:pt x="9954" y="251"/>
                  </a:cubicBezTo>
                  <a:lnTo>
                    <a:pt x="941" y="5454"/>
                  </a:lnTo>
                  <a:cubicBezTo>
                    <a:pt x="358" y="5787"/>
                    <a:pt x="1" y="6406"/>
                    <a:pt x="1" y="7085"/>
                  </a:cubicBezTo>
                  <a:lnTo>
                    <a:pt x="1" y="17479"/>
                  </a:lnTo>
                  <a:cubicBezTo>
                    <a:pt x="1" y="18158"/>
                    <a:pt x="358" y="18777"/>
                    <a:pt x="941" y="19110"/>
                  </a:cubicBezTo>
                  <a:lnTo>
                    <a:pt x="9954" y="24313"/>
                  </a:lnTo>
                  <a:cubicBezTo>
                    <a:pt x="10246" y="24480"/>
                    <a:pt x="10570" y="24563"/>
                    <a:pt x="10895" y="24563"/>
                  </a:cubicBezTo>
                  <a:cubicBezTo>
                    <a:pt x="11219" y="24563"/>
                    <a:pt x="11544" y="24480"/>
                    <a:pt x="11835" y="24313"/>
                  </a:cubicBezTo>
                  <a:lnTo>
                    <a:pt x="20848" y="19110"/>
                  </a:lnTo>
                  <a:cubicBezTo>
                    <a:pt x="21432" y="18777"/>
                    <a:pt x="21789" y="18158"/>
                    <a:pt x="21789" y="17479"/>
                  </a:cubicBezTo>
                  <a:lnTo>
                    <a:pt x="21789" y="7085"/>
                  </a:lnTo>
                  <a:cubicBezTo>
                    <a:pt x="21789" y="6406"/>
                    <a:pt x="21432" y="5787"/>
                    <a:pt x="20848" y="5454"/>
                  </a:cubicBezTo>
                  <a:lnTo>
                    <a:pt x="11835" y="251"/>
                  </a:lnTo>
                  <a:cubicBezTo>
                    <a:pt x="11544" y="84"/>
                    <a:pt x="11219" y="1"/>
                    <a:pt x="10895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3060158" y="3797505"/>
              <a:ext cx="522344" cy="588358"/>
            </a:xfrm>
            <a:custGeom>
              <a:avLst/>
              <a:gdLst/>
              <a:ahLst/>
              <a:cxnLst/>
              <a:rect l="l" t="t" r="r" b="b"/>
              <a:pathLst>
                <a:path w="17289" h="19474" extrusionOk="0">
                  <a:moveTo>
                    <a:pt x="8645" y="1"/>
                  </a:moveTo>
                  <a:cubicBezTo>
                    <a:pt x="8377" y="1"/>
                    <a:pt x="8109" y="69"/>
                    <a:pt x="7871" y="206"/>
                  </a:cubicBezTo>
                  <a:lnTo>
                    <a:pt x="775" y="4302"/>
                  </a:lnTo>
                  <a:cubicBezTo>
                    <a:pt x="299" y="4576"/>
                    <a:pt x="1" y="5088"/>
                    <a:pt x="1" y="5635"/>
                  </a:cubicBezTo>
                  <a:lnTo>
                    <a:pt x="1" y="13839"/>
                  </a:lnTo>
                  <a:cubicBezTo>
                    <a:pt x="1" y="14386"/>
                    <a:pt x="299" y="14898"/>
                    <a:pt x="775" y="15172"/>
                  </a:cubicBezTo>
                  <a:lnTo>
                    <a:pt x="7871" y="19268"/>
                  </a:lnTo>
                  <a:cubicBezTo>
                    <a:pt x="8109" y="19405"/>
                    <a:pt x="8377" y="19473"/>
                    <a:pt x="8645" y="19473"/>
                  </a:cubicBezTo>
                  <a:cubicBezTo>
                    <a:pt x="8913" y="19473"/>
                    <a:pt x="9181" y="19405"/>
                    <a:pt x="9419" y="19268"/>
                  </a:cubicBezTo>
                  <a:lnTo>
                    <a:pt x="16515" y="15172"/>
                  </a:lnTo>
                  <a:cubicBezTo>
                    <a:pt x="16991" y="14898"/>
                    <a:pt x="17289" y="14386"/>
                    <a:pt x="17289" y="13839"/>
                  </a:cubicBezTo>
                  <a:lnTo>
                    <a:pt x="17289" y="5635"/>
                  </a:lnTo>
                  <a:cubicBezTo>
                    <a:pt x="17289" y="5088"/>
                    <a:pt x="16991" y="4576"/>
                    <a:pt x="16515" y="4302"/>
                  </a:cubicBezTo>
                  <a:lnTo>
                    <a:pt x="9419" y="206"/>
                  </a:lnTo>
                  <a:cubicBezTo>
                    <a:pt x="9181" y="69"/>
                    <a:pt x="8913" y="1"/>
                    <a:pt x="86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3240734" y="3959107"/>
              <a:ext cx="161184" cy="265145"/>
            </a:xfrm>
            <a:custGeom>
              <a:avLst/>
              <a:gdLst/>
              <a:ahLst/>
              <a:cxnLst/>
              <a:rect l="l" t="t" r="r" b="b"/>
              <a:pathLst>
                <a:path w="5335" h="8776" extrusionOk="0">
                  <a:moveTo>
                    <a:pt x="2287" y="2275"/>
                  </a:moveTo>
                  <a:lnTo>
                    <a:pt x="2287" y="3608"/>
                  </a:lnTo>
                  <a:cubicBezTo>
                    <a:pt x="1882" y="3477"/>
                    <a:pt x="1608" y="3299"/>
                    <a:pt x="1608" y="2965"/>
                  </a:cubicBezTo>
                  <a:cubicBezTo>
                    <a:pt x="1608" y="2656"/>
                    <a:pt x="1799" y="2394"/>
                    <a:pt x="2287" y="2275"/>
                  </a:cubicBezTo>
                  <a:close/>
                  <a:moveTo>
                    <a:pt x="3192" y="5216"/>
                  </a:moveTo>
                  <a:cubicBezTo>
                    <a:pt x="3596" y="5346"/>
                    <a:pt x="3858" y="5525"/>
                    <a:pt x="3858" y="5858"/>
                  </a:cubicBezTo>
                  <a:cubicBezTo>
                    <a:pt x="3858" y="6156"/>
                    <a:pt x="3656" y="6394"/>
                    <a:pt x="3192" y="6501"/>
                  </a:cubicBezTo>
                  <a:lnTo>
                    <a:pt x="3192" y="5216"/>
                  </a:lnTo>
                  <a:close/>
                  <a:moveTo>
                    <a:pt x="2287" y="1"/>
                  </a:moveTo>
                  <a:lnTo>
                    <a:pt x="2287" y="1036"/>
                  </a:lnTo>
                  <a:cubicBezTo>
                    <a:pt x="834" y="1203"/>
                    <a:pt x="132" y="2048"/>
                    <a:pt x="132" y="3037"/>
                  </a:cubicBezTo>
                  <a:cubicBezTo>
                    <a:pt x="132" y="4382"/>
                    <a:pt x="1263" y="4727"/>
                    <a:pt x="2287" y="4977"/>
                  </a:cubicBezTo>
                  <a:lnTo>
                    <a:pt x="2287" y="6537"/>
                  </a:lnTo>
                  <a:cubicBezTo>
                    <a:pt x="1620" y="6478"/>
                    <a:pt x="965" y="6216"/>
                    <a:pt x="501" y="5870"/>
                  </a:cubicBezTo>
                  <a:lnTo>
                    <a:pt x="1" y="7013"/>
                  </a:lnTo>
                  <a:cubicBezTo>
                    <a:pt x="501" y="7418"/>
                    <a:pt x="1370" y="7704"/>
                    <a:pt x="2287" y="7763"/>
                  </a:cubicBezTo>
                  <a:lnTo>
                    <a:pt x="2287" y="8775"/>
                  </a:lnTo>
                  <a:lnTo>
                    <a:pt x="3192" y="8775"/>
                  </a:lnTo>
                  <a:lnTo>
                    <a:pt x="3192" y="7740"/>
                  </a:lnTo>
                  <a:cubicBezTo>
                    <a:pt x="4632" y="7561"/>
                    <a:pt x="5335" y="6716"/>
                    <a:pt x="5335" y="5739"/>
                  </a:cubicBezTo>
                  <a:cubicBezTo>
                    <a:pt x="5335" y="4430"/>
                    <a:pt x="4216" y="4084"/>
                    <a:pt x="3192" y="3834"/>
                  </a:cubicBezTo>
                  <a:lnTo>
                    <a:pt x="3192" y="2251"/>
                  </a:lnTo>
                  <a:cubicBezTo>
                    <a:pt x="3656" y="2299"/>
                    <a:pt x="4132" y="2465"/>
                    <a:pt x="4597" y="2739"/>
                  </a:cubicBezTo>
                  <a:lnTo>
                    <a:pt x="5061" y="1584"/>
                  </a:lnTo>
                  <a:cubicBezTo>
                    <a:pt x="4549" y="1263"/>
                    <a:pt x="3882" y="1072"/>
                    <a:pt x="3192" y="1013"/>
                  </a:cubicBezTo>
                  <a:lnTo>
                    <a:pt x="3192" y="1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 txBox="1"/>
            <p:nvPr/>
          </p:nvSpPr>
          <p:spPr>
            <a:xfrm>
              <a:off x="2385150" y="123677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Lil Nas X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84" name="Google Shape;184;p16"/>
            <p:cNvSpPr txBox="1"/>
            <p:nvPr/>
          </p:nvSpPr>
          <p:spPr>
            <a:xfrm>
              <a:off x="2385150" y="158362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Ajunge la un all-time-high cu noul lui album </a:t>
              </a:r>
              <a:r>
                <a:rPr lang="en" sz="1200" i="1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Montero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5" name="Google Shape;185;p16"/>
          <p:cNvGrpSpPr/>
          <p:nvPr/>
        </p:nvGrpSpPr>
        <p:grpSpPr>
          <a:xfrm>
            <a:off x="733250" y="682883"/>
            <a:ext cx="2242648" cy="3105392"/>
            <a:chOff x="748052" y="682883"/>
            <a:chExt cx="2242648" cy="3105392"/>
          </a:xfrm>
        </p:grpSpPr>
        <p:grpSp>
          <p:nvGrpSpPr>
            <p:cNvPr id="186" name="Google Shape;186;p16"/>
            <p:cNvGrpSpPr/>
            <p:nvPr/>
          </p:nvGrpSpPr>
          <p:grpSpPr>
            <a:xfrm>
              <a:off x="1994039" y="1524613"/>
              <a:ext cx="22357" cy="607560"/>
              <a:chOff x="1994039" y="1524613"/>
              <a:chExt cx="22357" cy="607560"/>
            </a:xfrm>
          </p:grpSpPr>
          <p:sp>
            <p:nvSpPr>
              <p:cNvPr id="187" name="Google Shape;187;p16"/>
              <p:cNvSpPr/>
              <p:nvPr/>
            </p:nvSpPr>
            <p:spPr>
              <a:xfrm>
                <a:off x="1994039" y="1915976"/>
                <a:ext cx="22357" cy="59730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977" extrusionOk="0">
                    <a:moveTo>
                      <a:pt x="370" y="0"/>
                    </a:moveTo>
                    <a:cubicBezTo>
                      <a:pt x="191" y="0"/>
                      <a:pt x="1" y="155"/>
                      <a:pt x="1" y="346"/>
                    </a:cubicBezTo>
                    <a:lnTo>
                      <a:pt x="1" y="1643"/>
                    </a:lnTo>
                    <a:cubicBezTo>
                      <a:pt x="1" y="1822"/>
                      <a:pt x="191" y="1977"/>
                      <a:pt x="370" y="1977"/>
                    </a:cubicBezTo>
                    <a:cubicBezTo>
                      <a:pt x="560" y="1977"/>
                      <a:pt x="739" y="1822"/>
                      <a:pt x="739" y="1643"/>
                    </a:cubicBezTo>
                    <a:lnTo>
                      <a:pt x="739" y="346"/>
                    </a:lnTo>
                    <a:cubicBezTo>
                      <a:pt x="739" y="155"/>
                      <a:pt x="560" y="0"/>
                      <a:pt x="370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6"/>
              <p:cNvSpPr/>
              <p:nvPr/>
            </p:nvSpPr>
            <p:spPr>
              <a:xfrm>
                <a:off x="1994039" y="1994375"/>
                <a:ext cx="22357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978" extrusionOk="0">
                    <a:moveTo>
                      <a:pt x="370" y="1"/>
                    </a:moveTo>
                    <a:cubicBezTo>
                      <a:pt x="191" y="1"/>
                      <a:pt x="1" y="156"/>
                      <a:pt x="1" y="334"/>
                    </a:cubicBezTo>
                    <a:lnTo>
                      <a:pt x="1" y="1632"/>
                    </a:lnTo>
                    <a:cubicBezTo>
                      <a:pt x="1" y="1822"/>
                      <a:pt x="191" y="1977"/>
                      <a:pt x="370" y="1977"/>
                    </a:cubicBezTo>
                    <a:cubicBezTo>
                      <a:pt x="560" y="1977"/>
                      <a:pt x="739" y="1822"/>
                      <a:pt x="739" y="1632"/>
                    </a:cubicBezTo>
                    <a:lnTo>
                      <a:pt x="739" y="334"/>
                    </a:lnTo>
                    <a:cubicBezTo>
                      <a:pt x="739" y="156"/>
                      <a:pt x="560" y="1"/>
                      <a:pt x="370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6"/>
              <p:cNvSpPr/>
              <p:nvPr/>
            </p:nvSpPr>
            <p:spPr>
              <a:xfrm>
                <a:off x="1994039" y="1837909"/>
                <a:ext cx="22357" cy="59398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966" extrusionOk="0">
                    <a:moveTo>
                      <a:pt x="370" y="1"/>
                    </a:moveTo>
                    <a:cubicBezTo>
                      <a:pt x="191" y="1"/>
                      <a:pt x="1" y="143"/>
                      <a:pt x="1" y="334"/>
                    </a:cubicBezTo>
                    <a:lnTo>
                      <a:pt x="1" y="1632"/>
                    </a:lnTo>
                    <a:cubicBezTo>
                      <a:pt x="1" y="1810"/>
                      <a:pt x="191" y="1965"/>
                      <a:pt x="370" y="1965"/>
                    </a:cubicBezTo>
                    <a:cubicBezTo>
                      <a:pt x="560" y="1965"/>
                      <a:pt x="739" y="1810"/>
                      <a:pt x="739" y="1632"/>
                    </a:cubicBezTo>
                    <a:lnTo>
                      <a:pt x="739" y="334"/>
                    </a:lnTo>
                    <a:cubicBezTo>
                      <a:pt x="739" y="143"/>
                      <a:pt x="560" y="1"/>
                      <a:pt x="370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6"/>
              <p:cNvSpPr/>
              <p:nvPr/>
            </p:nvSpPr>
            <p:spPr>
              <a:xfrm>
                <a:off x="1994039" y="2072805"/>
                <a:ext cx="22357" cy="59368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965" extrusionOk="0">
                    <a:moveTo>
                      <a:pt x="370" y="0"/>
                    </a:moveTo>
                    <a:cubicBezTo>
                      <a:pt x="191" y="0"/>
                      <a:pt x="1" y="155"/>
                      <a:pt x="1" y="334"/>
                    </a:cubicBezTo>
                    <a:lnTo>
                      <a:pt x="1" y="1632"/>
                    </a:lnTo>
                    <a:cubicBezTo>
                      <a:pt x="1" y="1822"/>
                      <a:pt x="191" y="1965"/>
                      <a:pt x="370" y="1965"/>
                    </a:cubicBezTo>
                    <a:cubicBezTo>
                      <a:pt x="560" y="1965"/>
                      <a:pt x="739" y="1822"/>
                      <a:pt x="739" y="1632"/>
                    </a:cubicBezTo>
                    <a:lnTo>
                      <a:pt x="739" y="334"/>
                    </a:lnTo>
                    <a:cubicBezTo>
                      <a:pt x="739" y="155"/>
                      <a:pt x="560" y="0"/>
                      <a:pt x="370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1994039" y="1524613"/>
                <a:ext cx="22357" cy="59368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965" extrusionOk="0">
                    <a:moveTo>
                      <a:pt x="370" y="0"/>
                    </a:moveTo>
                    <a:cubicBezTo>
                      <a:pt x="191" y="0"/>
                      <a:pt x="1" y="143"/>
                      <a:pt x="1" y="334"/>
                    </a:cubicBezTo>
                    <a:lnTo>
                      <a:pt x="1" y="1631"/>
                    </a:lnTo>
                    <a:cubicBezTo>
                      <a:pt x="1" y="1810"/>
                      <a:pt x="191" y="1965"/>
                      <a:pt x="370" y="1965"/>
                    </a:cubicBezTo>
                    <a:cubicBezTo>
                      <a:pt x="560" y="1965"/>
                      <a:pt x="739" y="1810"/>
                      <a:pt x="739" y="1631"/>
                    </a:cubicBezTo>
                    <a:lnTo>
                      <a:pt x="739" y="334"/>
                    </a:lnTo>
                    <a:cubicBezTo>
                      <a:pt x="739" y="143"/>
                      <a:pt x="560" y="0"/>
                      <a:pt x="370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1994039" y="1602650"/>
                <a:ext cx="22357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978" extrusionOk="0">
                    <a:moveTo>
                      <a:pt x="370" y="1"/>
                    </a:moveTo>
                    <a:cubicBezTo>
                      <a:pt x="191" y="1"/>
                      <a:pt x="1" y="156"/>
                      <a:pt x="1" y="346"/>
                    </a:cubicBezTo>
                    <a:lnTo>
                      <a:pt x="1" y="1644"/>
                    </a:lnTo>
                    <a:cubicBezTo>
                      <a:pt x="1" y="1823"/>
                      <a:pt x="191" y="1977"/>
                      <a:pt x="370" y="1977"/>
                    </a:cubicBezTo>
                    <a:cubicBezTo>
                      <a:pt x="560" y="1977"/>
                      <a:pt x="739" y="1823"/>
                      <a:pt x="739" y="1644"/>
                    </a:cubicBezTo>
                    <a:lnTo>
                      <a:pt x="739" y="346"/>
                    </a:lnTo>
                    <a:cubicBezTo>
                      <a:pt x="739" y="156"/>
                      <a:pt x="560" y="1"/>
                      <a:pt x="370" y="1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6"/>
              <p:cNvSpPr/>
              <p:nvPr/>
            </p:nvSpPr>
            <p:spPr>
              <a:xfrm>
                <a:off x="1994039" y="1681079"/>
                <a:ext cx="22357" cy="59730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977" extrusionOk="0">
                    <a:moveTo>
                      <a:pt x="370" y="0"/>
                    </a:moveTo>
                    <a:cubicBezTo>
                      <a:pt x="191" y="0"/>
                      <a:pt x="1" y="155"/>
                      <a:pt x="1" y="334"/>
                    </a:cubicBezTo>
                    <a:lnTo>
                      <a:pt x="1" y="1632"/>
                    </a:lnTo>
                    <a:cubicBezTo>
                      <a:pt x="1" y="1822"/>
                      <a:pt x="191" y="1977"/>
                      <a:pt x="370" y="1977"/>
                    </a:cubicBezTo>
                    <a:cubicBezTo>
                      <a:pt x="560" y="1977"/>
                      <a:pt x="739" y="1822"/>
                      <a:pt x="739" y="1632"/>
                    </a:cubicBezTo>
                    <a:lnTo>
                      <a:pt x="739" y="334"/>
                    </a:lnTo>
                    <a:cubicBezTo>
                      <a:pt x="739" y="155"/>
                      <a:pt x="560" y="0"/>
                      <a:pt x="370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6"/>
              <p:cNvSpPr/>
              <p:nvPr/>
            </p:nvSpPr>
            <p:spPr>
              <a:xfrm>
                <a:off x="1994039" y="1759509"/>
                <a:ext cx="22357" cy="59368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965" extrusionOk="0">
                    <a:moveTo>
                      <a:pt x="370" y="0"/>
                    </a:moveTo>
                    <a:cubicBezTo>
                      <a:pt x="191" y="0"/>
                      <a:pt x="1" y="155"/>
                      <a:pt x="1" y="333"/>
                    </a:cubicBezTo>
                    <a:lnTo>
                      <a:pt x="1" y="1631"/>
                    </a:lnTo>
                    <a:cubicBezTo>
                      <a:pt x="1" y="1822"/>
                      <a:pt x="191" y="1965"/>
                      <a:pt x="370" y="1965"/>
                    </a:cubicBezTo>
                    <a:cubicBezTo>
                      <a:pt x="560" y="1965"/>
                      <a:pt x="739" y="1822"/>
                      <a:pt x="739" y="1631"/>
                    </a:cubicBezTo>
                    <a:lnTo>
                      <a:pt x="739" y="333"/>
                    </a:lnTo>
                    <a:cubicBezTo>
                      <a:pt x="739" y="155"/>
                      <a:pt x="560" y="0"/>
                      <a:pt x="370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5" name="Google Shape;195;p16"/>
            <p:cNvSpPr/>
            <p:nvPr/>
          </p:nvSpPr>
          <p:spPr>
            <a:xfrm>
              <a:off x="1957362" y="2163441"/>
              <a:ext cx="95713" cy="95713"/>
            </a:xfrm>
            <a:custGeom>
              <a:avLst/>
              <a:gdLst/>
              <a:ahLst/>
              <a:cxnLst/>
              <a:rect l="l" t="t" r="r" b="b"/>
              <a:pathLst>
                <a:path w="3168" h="3168" extrusionOk="0">
                  <a:moveTo>
                    <a:pt x="1584" y="1"/>
                  </a:moveTo>
                  <a:cubicBezTo>
                    <a:pt x="715" y="1"/>
                    <a:pt x="0" y="715"/>
                    <a:pt x="0" y="1584"/>
                  </a:cubicBezTo>
                  <a:cubicBezTo>
                    <a:pt x="0" y="2465"/>
                    <a:pt x="715" y="3168"/>
                    <a:pt x="1584" y="3168"/>
                  </a:cubicBezTo>
                  <a:cubicBezTo>
                    <a:pt x="2465" y="3168"/>
                    <a:pt x="3167" y="2465"/>
                    <a:pt x="3167" y="1584"/>
                  </a:cubicBezTo>
                  <a:cubicBezTo>
                    <a:pt x="3167" y="715"/>
                    <a:pt x="2465" y="1"/>
                    <a:pt x="1584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1455575" y="2351932"/>
              <a:ext cx="1185659" cy="384212"/>
            </a:xfrm>
            <a:custGeom>
              <a:avLst/>
              <a:gdLst/>
              <a:ahLst/>
              <a:cxnLst/>
              <a:rect l="l" t="t" r="r" b="b"/>
              <a:pathLst>
                <a:path w="39244" h="12717" extrusionOk="0">
                  <a:moveTo>
                    <a:pt x="1417" y="1"/>
                  </a:moveTo>
                  <a:cubicBezTo>
                    <a:pt x="631" y="1"/>
                    <a:pt x="0" y="632"/>
                    <a:pt x="0" y="1406"/>
                  </a:cubicBezTo>
                  <a:lnTo>
                    <a:pt x="0" y="5037"/>
                  </a:lnTo>
                  <a:lnTo>
                    <a:pt x="1310" y="6359"/>
                  </a:lnTo>
                  <a:lnTo>
                    <a:pt x="0" y="7668"/>
                  </a:lnTo>
                  <a:lnTo>
                    <a:pt x="0" y="11300"/>
                  </a:lnTo>
                  <a:cubicBezTo>
                    <a:pt x="0" y="12073"/>
                    <a:pt x="631" y="12716"/>
                    <a:pt x="1417" y="12716"/>
                  </a:cubicBezTo>
                  <a:lnTo>
                    <a:pt x="36517" y="12716"/>
                  </a:lnTo>
                  <a:cubicBezTo>
                    <a:pt x="37302" y="12716"/>
                    <a:pt x="37934" y="12073"/>
                    <a:pt x="37934" y="11300"/>
                  </a:cubicBezTo>
                  <a:lnTo>
                    <a:pt x="37934" y="7668"/>
                  </a:lnTo>
                  <a:lnTo>
                    <a:pt x="39243" y="6359"/>
                  </a:lnTo>
                  <a:lnTo>
                    <a:pt x="37934" y="5037"/>
                  </a:lnTo>
                  <a:lnTo>
                    <a:pt x="37934" y="1406"/>
                  </a:lnTo>
                  <a:cubicBezTo>
                    <a:pt x="37934" y="632"/>
                    <a:pt x="37302" y="1"/>
                    <a:pt x="36517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2.09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1676060" y="682883"/>
              <a:ext cx="658330" cy="742502"/>
            </a:xfrm>
            <a:custGeom>
              <a:avLst/>
              <a:gdLst/>
              <a:ahLst/>
              <a:cxnLst/>
              <a:rect l="l" t="t" r="r" b="b"/>
              <a:pathLst>
                <a:path w="21790" h="24576" extrusionOk="0">
                  <a:moveTo>
                    <a:pt x="10895" y="1"/>
                  </a:moveTo>
                  <a:cubicBezTo>
                    <a:pt x="10571" y="1"/>
                    <a:pt x="10246" y="84"/>
                    <a:pt x="9954" y="251"/>
                  </a:cubicBezTo>
                  <a:lnTo>
                    <a:pt x="941" y="5454"/>
                  </a:lnTo>
                  <a:cubicBezTo>
                    <a:pt x="358" y="5799"/>
                    <a:pt x="1" y="6418"/>
                    <a:pt x="1" y="7085"/>
                  </a:cubicBezTo>
                  <a:lnTo>
                    <a:pt x="1" y="17491"/>
                  </a:lnTo>
                  <a:cubicBezTo>
                    <a:pt x="1" y="18170"/>
                    <a:pt x="358" y="18789"/>
                    <a:pt x="941" y="19122"/>
                  </a:cubicBezTo>
                  <a:lnTo>
                    <a:pt x="9954" y="24325"/>
                  </a:lnTo>
                  <a:cubicBezTo>
                    <a:pt x="10246" y="24492"/>
                    <a:pt x="10571" y="24575"/>
                    <a:pt x="10895" y="24575"/>
                  </a:cubicBezTo>
                  <a:cubicBezTo>
                    <a:pt x="11219" y="24575"/>
                    <a:pt x="11544" y="24492"/>
                    <a:pt x="11836" y="24325"/>
                  </a:cubicBezTo>
                  <a:lnTo>
                    <a:pt x="20849" y="19122"/>
                  </a:lnTo>
                  <a:cubicBezTo>
                    <a:pt x="21432" y="18789"/>
                    <a:pt x="21789" y="18170"/>
                    <a:pt x="21789" y="17491"/>
                  </a:cubicBezTo>
                  <a:lnTo>
                    <a:pt x="21789" y="7085"/>
                  </a:lnTo>
                  <a:cubicBezTo>
                    <a:pt x="21789" y="6418"/>
                    <a:pt x="21432" y="5799"/>
                    <a:pt x="20849" y="5454"/>
                  </a:cubicBezTo>
                  <a:lnTo>
                    <a:pt x="11836" y="251"/>
                  </a:lnTo>
                  <a:cubicBezTo>
                    <a:pt x="11544" y="84"/>
                    <a:pt x="11219" y="1"/>
                    <a:pt x="10895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1744067" y="759862"/>
              <a:ext cx="522314" cy="588630"/>
            </a:xfrm>
            <a:custGeom>
              <a:avLst/>
              <a:gdLst/>
              <a:ahLst/>
              <a:cxnLst/>
              <a:rect l="l" t="t" r="r" b="b"/>
              <a:pathLst>
                <a:path w="17288" h="19483" extrusionOk="0">
                  <a:moveTo>
                    <a:pt x="8644" y="1"/>
                  </a:moveTo>
                  <a:cubicBezTo>
                    <a:pt x="8376" y="1"/>
                    <a:pt x="8108" y="72"/>
                    <a:pt x="7870" y="215"/>
                  </a:cubicBezTo>
                  <a:lnTo>
                    <a:pt x="774" y="4311"/>
                  </a:lnTo>
                  <a:cubicBezTo>
                    <a:pt x="298" y="4585"/>
                    <a:pt x="0" y="5096"/>
                    <a:pt x="0" y="5644"/>
                  </a:cubicBezTo>
                  <a:lnTo>
                    <a:pt x="0" y="13836"/>
                  </a:lnTo>
                  <a:cubicBezTo>
                    <a:pt x="0" y="14395"/>
                    <a:pt x="298" y="14895"/>
                    <a:pt x="774" y="15181"/>
                  </a:cubicBezTo>
                  <a:lnTo>
                    <a:pt x="7870" y="19277"/>
                  </a:lnTo>
                  <a:cubicBezTo>
                    <a:pt x="8108" y="19414"/>
                    <a:pt x="8376" y="19482"/>
                    <a:pt x="8644" y="19482"/>
                  </a:cubicBezTo>
                  <a:cubicBezTo>
                    <a:pt x="8912" y="19482"/>
                    <a:pt x="9180" y="19414"/>
                    <a:pt x="9418" y="19277"/>
                  </a:cubicBezTo>
                  <a:lnTo>
                    <a:pt x="16514" y="15181"/>
                  </a:lnTo>
                  <a:cubicBezTo>
                    <a:pt x="16990" y="14895"/>
                    <a:pt x="17288" y="14395"/>
                    <a:pt x="17288" y="13836"/>
                  </a:cubicBezTo>
                  <a:lnTo>
                    <a:pt x="17288" y="5644"/>
                  </a:lnTo>
                  <a:cubicBezTo>
                    <a:pt x="17288" y="5096"/>
                    <a:pt x="16990" y="4585"/>
                    <a:pt x="16514" y="4311"/>
                  </a:cubicBezTo>
                  <a:lnTo>
                    <a:pt x="9418" y="215"/>
                  </a:lnTo>
                  <a:cubicBezTo>
                    <a:pt x="9180" y="72"/>
                    <a:pt x="8912" y="1"/>
                    <a:pt x="8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9" name="Google Shape;199;p16"/>
            <p:cNvGrpSpPr/>
            <p:nvPr/>
          </p:nvGrpSpPr>
          <p:grpSpPr>
            <a:xfrm>
              <a:off x="1876062" y="939713"/>
              <a:ext cx="258317" cy="229191"/>
              <a:chOff x="1876062" y="939713"/>
              <a:chExt cx="258317" cy="229191"/>
            </a:xfrm>
          </p:grpSpPr>
          <p:sp>
            <p:nvSpPr>
              <p:cNvPr id="200" name="Google Shape;200;p16"/>
              <p:cNvSpPr/>
              <p:nvPr/>
            </p:nvSpPr>
            <p:spPr>
              <a:xfrm>
                <a:off x="1912045" y="982885"/>
                <a:ext cx="185626" cy="186018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6157" extrusionOk="0">
                    <a:moveTo>
                      <a:pt x="3179" y="0"/>
                    </a:moveTo>
                    <a:lnTo>
                      <a:pt x="36" y="2644"/>
                    </a:lnTo>
                    <a:lnTo>
                      <a:pt x="36" y="5954"/>
                    </a:lnTo>
                    <a:cubicBezTo>
                      <a:pt x="36" y="5954"/>
                      <a:pt x="0" y="6144"/>
                      <a:pt x="179" y="6144"/>
                    </a:cubicBezTo>
                    <a:lnTo>
                      <a:pt x="2322" y="6144"/>
                    </a:lnTo>
                    <a:lnTo>
                      <a:pt x="2322" y="4370"/>
                    </a:lnTo>
                    <a:cubicBezTo>
                      <a:pt x="2322" y="4370"/>
                      <a:pt x="2274" y="4072"/>
                      <a:pt x="2560" y="4072"/>
                    </a:cubicBezTo>
                    <a:lnTo>
                      <a:pt x="3453" y="4072"/>
                    </a:lnTo>
                    <a:cubicBezTo>
                      <a:pt x="3786" y="4072"/>
                      <a:pt x="3775" y="4370"/>
                      <a:pt x="3775" y="4370"/>
                    </a:cubicBezTo>
                    <a:lnTo>
                      <a:pt x="3763" y="6156"/>
                    </a:lnTo>
                    <a:lnTo>
                      <a:pt x="5882" y="6156"/>
                    </a:lnTo>
                    <a:cubicBezTo>
                      <a:pt x="6120" y="6156"/>
                      <a:pt x="6144" y="5906"/>
                      <a:pt x="6144" y="5906"/>
                    </a:cubicBezTo>
                    <a:lnTo>
                      <a:pt x="6144" y="2644"/>
                    </a:lnTo>
                    <a:lnTo>
                      <a:pt x="3179" y="0"/>
                    </a:ln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6"/>
              <p:cNvSpPr/>
              <p:nvPr/>
            </p:nvSpPr>
            <p:spPr>
              <a:xfrm>
                <a:off x="1876062" y="939713"/>
                <a:ext cx="258317" cy="122421"/>
              </a:xfrm>
              <a:custGeom>
                <a:avLst/>
                <a:gdLst/>
                <a:ahLst/>
                <a:cxnLst/>
                <a:rect l="l" t="t" r="r" b="b"/>
                <a:pathLst>
                  <a:path w="8550" h="4052" extrusionOk="0">
                    <a:moveTo>
                      <a:pt x="4346" y="1"/>
                    </a:moveTo>
                    <a:lnTo>
                      <a:pt x="1" y="3835"/>
                    </a:lnTo>
                    <a:cubicBezTo>
                      <a:pt x="1" y="3835"/>
                      <a:pt x="117" y="4052"/>
                      <a:pt x="367" y="4052"/>
                    </a:cubicBezTo>
                    <a:cubicBezTo>
                      <a:pt x="493" y="4052"/>
                      <a:pt x="651" y="3997"/>
                      <a:pt x="846" y="3835"/>
                    </a:cubicBezTo>
                    <a:lnTo>
                      <a:pt x="4346" y="870"/>
                    </a:lnTo>
                    <a:lnTo>
                      <a:pt x="7621" y="3811"/>
                    </a:lnTo>
                    <a:cubicBezTo>
                      <a:pt x="7847" y="3973"/>
                      <a:pt x="8025" y="4028"/>
                      <a:pt x="8163" y="4028"/>
                    </a:cubicBezTo>
                    <a:cubicBezTo>
                      <a:pt x="8438" y="4028"/>
                      <a:pt x="8549" y="3811"/>
                      <a:pt x="8549" y="3811"/>
                    </a:cubicBezTo>
                    <a:lnTo>
                      <a:pt x="4346" y="1"/>
                    </a:ln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6"/>
              <p:cNvSpPr/>
              <p:nvPr/>
            </p:nvSpPr>
            <p:spPr>
              <a:xfrm>
                <a:off x="2077514" y="966329"/>
                <a:ext cx="24472" cy="51845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716" extrusionOk="0">
                    <a:moveTo>
                      <a:pt x="36" y="1"/>
                    </a:moveTo>
                    <a:lnTo>
                      <a:pt x="0" y="1013"/>
                    </a:lnTo>
                    <a:lnTo>
                      <a:pt x="810" y="1715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3" name="Google Shape;203;p16"/>
            <p:cNvSpPr txBox="1"/>
            <p:nvPr/>
          </p:nvSpPr>
          <p:spPr>
            <a:xfrm>
              <a:off x="748052" y="3253375"/>
              <a:ext cx="22425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 artistă relativ nouă, nu arată semne că ar dori să plece din trending-urile săptămânale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" name="Google Shape;204;p16"/>
            <p:cNvSpPr txBox="1"/>
            <p:nvPr/>
          </p:nvSpPr>
          <p:spPr>
            <a:xfrm>
              <a:off x="1106100" y="290652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Doja Cat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EB2FC"/>
      </a:accent1>
      <a:accent2>
        <a:srgbClr val="69E781"/>
      </a:accent2>
      <a:accent3>
        <a:srgbClr val="869FB2"/>
      </a:accent3>
      <a:accent4>
        <a:srgbClr val="4949E7"/>
      </a:accent4>
      <a:accent5>
        <a:srgbClr val="FCBD24"/>
      </a:accent5>
      <a:accent6>
        <a:srgbClr val="EC3A3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Macintosh PowerPoint</Application>
  <PresentationFormat>On-screen Show (16:9)</PresentationFormat>
  <Paragraphs>31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Fira Sans Extra Condensed Medium</vt:lpstr>
      <vt:lpstr>Fira Sans Extra Condensed</vt:lpstr>
      <vt:lpstr>Roboto</vt:lpstr>
      <vt:lpstr>Timeline Infographics by Slidesgo</vt:lpstr>
      <vt:lpstr>Infographic Venituri Totale 2.09-30.09 2021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Infographic Venituri Totale 2.09-30.09 2021</dc:title>
  <cp:lastModifiedBy>Microsoft Office User</cp:lastModifiedBy>
  <cp:revision>1</cp:revision>
  <dcterms:modified xsi:type="dcterms:W3CDTF">2021-11-07T12:02:26Z</dcterms:modified>
</cp:coreProperties>
</file>